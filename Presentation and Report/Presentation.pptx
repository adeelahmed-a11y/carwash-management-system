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vsdx" ContentType="application/vnd.ms-visio.drawing"/>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63" r:id="rId3"/>
    <p:sldId id="270" r:id="rId4"/>
    <p:sldId id="259" r:id="rId5"/>
    <p:sldId id="260" r:id="rId6"/>
    <p:sldId id="271" r:id="rId7"/>
    <p:sldId id="261" r:id="rId8"/>
    <p:sldId id="268" r:id="rId9"/>
    <p:sldId id="275" r:id="rId10"/>
    <p:sldId id="276" r:id="rId11"/>
    <p:sldId id="277" r:id="rId12"/>
    <p:sldId id="278" r:id="rId13"/>
    <p:sldId id="279" r:id="rId14"/>
    <p:sldId id="280" r:id="rId15"/>
    <p:sldId id="281" r:id="rId16"/>
    <p:sldId id="282" r:id="rId17"/>
    <p:sldId id="283" r:id="rId18"/>
    <p:sldId id="284" r:id="rId19"/>
    <p:sldId id="285" r:id="rId20"/>
    <p:sldId id="286" r:id="rId21"/>
    <p:sldId id="310" r:id="rId22"/>
    <p:sldId id="311" r:id="rId23"/>
    <p:sldId id="288" r:id="rId24"/>
    <p:sldId id="290" r:id="rId25"/>
    <p:sldId id="289" r:id="rId26"/>
    <p:sldId id="291" r:id="rId27"/>
    <p:sldId id="292" r:id="rId28"/>
    <p:sldId id="293" r:id="rId29"/>
    <p:sldId id="294" r:id="rId30"/>
    <p:sldId id="295" r:id="rId31"/>
    <p:sldId id="296" r:id="rId32"/>
    <p:sldId id="297" r:id="rId33"/>
    <p:sldId id="312" r:id="rId34"/>
    <p:sldId id="313" r:id="rId35"/>
    <p:sldId id="314" r:id="rId36"/>
    <p:sldId id="315" r:id="rId37"/>
    <p:sldId id="316" r:id="rId38"/>
    <p:sldId id="317" r:id="rId39"/>
    <p:sldId id="318" r:id="rId40"/>
    <p:sldId id="319" r:id="rId41"/>
    <p:sldId id="320" r:id="rId42"/>
    <p:sldId id="267" r:id="rId4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779" autoAdjust="0"/>
    <p:restoredTop sz="94660"/>
  </p:normalViewPr>
  <p:slideViewPr>
    <p:cSldViewPr snapToGrid="0">
      <p:cViewPr varScale="1">
        <p:scale>
          <a:sx n="73" d="100"/>
          <a:sy n="73" d="100"/>
        </p:scale>
        <p:origin x="630"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9.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1.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2.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4.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19.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22.e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25.emf"/></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1751012" y="1300785"/>
            <a:ext cx="8689976" cy="2509213"/>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751012" y="3886200"/>
            <a:ext cx="8689976"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6/5/2025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6/5/2025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828563"/>
            <a:ext cx="10351752" cy="2736819"/>
          </a:xfrm>
        </p:spPr>
        <p:txBody>
          <a:bodyPr anchor="b">
            <a:normAutofit/>
          </a:bodyPr>
          <a:lstStyle>
            <a:lvl1pPr>
              <a:defRPr sz="4000"/>
            </a:lvl1pPr>
          </a:lstStyle>
          <a:p>
            <a:r>
              <a:rPr lang="en-US"/>
              <a:t>Click to edit Master title style</a:t>
            </a:r>
            <a:endParaRPr lang="en-US" dirty="0"/>
          </a:p>
        </p:txBody>
      </p:sp>
      <p:sp>
        <p:nvSpPr>
          <p:cNvPr id="3" name="Text Placeholder 2"/>
          <p:cNvSpPr>
            <a:spLocks noGrp="1"/>
          </p:cNvSpPr>
          <p:nvPr>
            <p:ph type="body" idx="1"/>
          </p:nvPr>
        </p:nvSpPr>
        <p:spPr>
          <a:xfrm>
            <a:off x="913774" y="3657457"/>
            <a:ext cx="10351752"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6/5/2025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5106026" cy="342410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3"/>
          <p:cNvSpPr>
            <a:spLocks noGrp="1"/>
          </p:cNvSpPr>
          <p:nvPr>
            <p:ph sz="quarter" idx="14"/>
          </p:nvPr>
        </p:nvSpPr>
        <p:spPr>
          <a:xfrm>
            <a:off x="6172200" y="2367092"/>
            <a:ext cx="5105400" cy="342410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6/5/2025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6328" y="2371018"/>
            <a:ext cx="487347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2" name="Content Placeholder 3"/>
          <p:cNvSpPr>
            <a:spLocks noGrp="1"/>
          </p:cNvSpPr>
          <p:nvPr>
            <p:ph sz="quarter" idx="13"/>
          </p:nvPr>
        </p:nvSpPr>
        <p:spPr>
          <a:xfrm>
            <a:off x="913774" y="3051012"/>
            <a:ext cx="5106027" cy="274018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96423" y="2371018"/>
            <a:ext cx="488180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3" name="Content Placeholder 5"/>
          <p:cNvSpPr>
            <a:spLocks noGrp="1"/>
          </p:cNvSpPr>
          <p:nvPr>
            <p:ph sz="quarter" idx="14"/>
          </p:nvPr>
        </p:nvSpPr>
        <p:spPr>
          <a:xfrm>
            <a:off x="6172200" y="3051012"/>
            <a:ext cx="5105401" cy="274018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6/5/2025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6/5/2025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Date Placeholder 1"/>
          <p:cNvSpPr>
            <a:spLocks noGrp="1"/>
          </p:cNvSpPr>
          <p:nvPr>
            <p:ph type="dt" sz="half" idx="10"/>
          </p:nvPr>
        </p:nvSpPr>
        <p:spPr/>
        <p:txBody>
          <a:bodyPr/>
          <a:lstStyle/>
          <a:p>
            <a:fld id="{48A87A34-81AB-432B-8DAE-1953F412C126}" type="datetimeFigureOut">
              <a:rPr lang="en-US" dirty="0"/>
              <a:t>6/5/2025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609600"/>
            <a:ext cx="3935688" cy="2023252"/>
          </a:xfrm>
        </p:spPr>
        <p:txBody>
          <a:bodyPr anchor="b"/>
          <a:lstStyle>
            <a:lvl1pPr algn="ctr">
              <a:defRPr sz="3200"/>
            </a:lvl1pPr>
          </a:lstStyle>
          <a:p>
            <a:r>
              <a:rPr lang="en-US"/>
              <a:t>Click to edit Master title style</a:t>
            </a:r>
            <a:endParaRPr lang="en-US" dirty="0"/>
          </a:p>
        </p:txBody>
      </p:sp>
      <p:sp>
        <p:nvSpPr>
          <p:cNvPr id="10" name="Content Placeholder 2"/>
          <p:cNvSpPr>
            <a:spLocks noGrp="1"/>
          </p:cNvSpPr>
          <p:nvPr>
            <p:ph sz="quarter" idx="13"/>
          </p:nvPr>
        </p:nvSpPr>
        <p:spPr>
          <a:xfrm>
            <a:off x="5078062" y="609600"/>
            <a:ext cx="6200163" cy="5181599"/>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74" y="2632852"/>
            <a:ext cx="3935689"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6/5/2025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600"/>
            <a:ext cx="5934969" cy="2023254"/>
          </a:xfrm>
        </p:spPr>
        <p:txBody>
          <a:bodyPr anchor="b"/>
          <a:lstStyle>
            <a:lvl1pPr algn="ct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3" y="609601"/>
            <a:ext cx="3255358" cy="5181600"/>
          </a:xfrm>
          <a:prstGeom prst="roundRect">
            <a:avLst>
              <a:gd name="adj" fmla="val 494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632852"/>
            <a:ext cx="5934949"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6/5/2025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94" y="4289374"/>
            <a:ext cx="10364432" cy="81161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84744" y="698261"/>
            <a:ext cx="9822532" cy="3214136"/>
          </a:xfrm>
          <a:prstGeom prst="roundRect">
            <a:avLst>
              <a:gd name="adj" fmla="val 4944"/>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74" y="5108728"/>
            <a:ext cx="10364452"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6/5/2025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599"/>
            <a:ext cx="10364452" cy="3427245"/>
          </a:xfrm>
        </p:spPr>
        <p:txBody>
          <a:bodyPr anchor="ctr"/>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204821"/>
            <a:ext cx="1036445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6/5/2025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4" name="Text Placeholder 3"/>
          <p:cNvSpPr>
            <a:spLocks noGrp="1"/>
          </p:cNvSpPr>
          <p:nvPr>
            <p:ph type="body" sz="half" idx="2"/>
          </p:nvPr>
        </p:nvSpPr>
        <p:spPr>
          <a:xfrm>
            <a:off x="913774" y="4372796"/>
            <a:ext cx="10364452"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6/5/2025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13" name="TextBox 12"/>
          <p:cNvSpPr txBox="1"/>
          <p:nvPr/>
        </p:nvSpPr>
        <p:spPr>
          <a:xfrm>
            <a:off x="1001488" y="75416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557558" y="299357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2138721"/>
            <a:ext cx="10364452" cy="2511835"/>
          </a:xfrm>
        </p:spPr>
        <p:txBody>
          <a:bodyPr anchor="b"/>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662335"/>
            <a:ext cx="1036445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6/5/2025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Title 1"/>
          <p:cNvSpPr>
            <a:spLocks noGrp="1"/>
          </p:cNvSpPr>
          <p:nvPr>
            <p:ph type="title"/>
          </p:nvPr>
        </p:nvSpPr>
        <p:spPr>
          <a:xfrm>
            <a:off x="913774" y="609600"/>
            <a:ext cx="10364452" cy="1605094"/>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6/5/2025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0" name="Title 1"/>
          <p:cNvSpPr>
            <a:spLocks noGrp="1"/>
          </p:cNvSpPr>
          <p:nvPr>
            <p:ph type="title"/>
          </p:nvPr>
        </p:nvSpPr>
        <p:spPr>
          <a:xfrm>
            <a:off x="913774" y="610772"/>
            <a:ext cx="10364452" cy="1603922"/>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74" y="4204820"/>
            <a:ext cx="3296409"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0" name="Picture Placeholder 2"/>
          <p:cNvSpPr>
            <a:spLocks noGrp="1" noChangeAspect="1"/>
          </p:cNvSpPr>
          <p:nvPr>
            <p:ph type="pic" idx="15"/>
          </p:nvPr>
        </p:nvSpPr>
        <p:spPr>
          <a:xfrm>
            <a:off x="913774" y="2367093"/>
            <a:ext cx="3296409" cy="1524000"/>
          </a:xfrm>
          <a:prstGeom prst="roundRect">
            <a:avLst>
              <a:gd name="adj" fmla="val 936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74" y="4781082"/>
            <a:ext cx="3296409"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22" name="Text Placeholder 4"/>
          <p:cNvSpPr>
            <a:spLocks noGrp="1"/>
          </p:cNvSpPr>
          <p:nvPr>
            <p:ph type="body" sz="quarter" idx="3"/>
          </p:nvPr>
        </p:nvSpPr>
        <p:spPr>
          <a:xfrm>
            <a:off x="4442759" y="4204820"/>
            <a:ext cx="3301828"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3" name="Picture Placeholder 2"/>
          <p:cNvSpPr>
            <a:spLocks noGrp="1" noChangeAspect="1"/>
          </p:cNvSpPr>
          <p:nvPr>
            <p:ph type="pic" idx="21"/>
          </p:nvPr>
        </p:nvSpPr>
        <p:spPr>
          <a:xfrm>
            <a:off x="4441348" y="2367093"/>
            <a:ext cx="3303352"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81080"/>
            <a:ext cx="3303352"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25" name="Text Placeholder 4"/>
          <p:cNvSpPr>
            <a:spLocks noGrp="1"/>
          </p:cNvSpPr>
          <p:nvPr>
            <p:ph type="body" sz="quarter" idx="13"/>
          </p:nvPr>
        </p:nvSpPr>
        <p:spPr>
          <a:xfrm>
            <a:off x="7973298" y="4204820"/>
            <a:ext cx="330068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6" name="Picture Placeholder 2"/>
          <p:cNvSpPr>
            <a:spLocks noGrp="1" noChangeAspect="1"/>
          </p:cNvSpPr>
          <p:nvPr>
            <p:ph type="pic" idx="22"/>
          </p:nvPr>
        </p:nvSpPr>
        <p:spPr>
          <a:xfrm>
            <a:off x="7973298" y="2367093"/>
            <a:ext cx="3304928"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173" y="4781078"/>
            <a:ext cx="3305053"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6/5/2025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1" name="Vertical Text Placeholder 2"/>
          <p:cNvSpPr>
            <a:spLocks noGrp="1"/>
          </p:cNvSpPr>
          <p:nvPr>
            <p:ph type="body" orient="vert" sz="quarter" idx="13"/>
          </p:nvPr>
        </p:nvSpPr>
        <p:spPr>
          <a:xfrm>
            <a:off x="913775" y="2367093"/>
            <a:ext cx="10364452" cy="3424107"/>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6/5/2025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Vertical Title 1"/>
          <p:cNvSpPr>
            <a:spLocks noGrp="1"/>
          </p:cNvSpPr>
          <p:nvPr>
            <p:ph type="title" orient="vert"/>
          </p:nvPr>
        </p:nvSpPr>
        <p:spPr>
          <a:xfrm>
            <a:off x="8724900" y="609601"/>
            <a:ext cx="2553326" cy="5181599"/>
          </a:xfrm>
        </p:spPr>
        <p:txBody>
          <a:bodyPr vert="eaVert"/>
          <a:lstStyle>
            <a:lvl1pPr algn="l">
              <a:defRPr/>
            </a:lvl1pPr>
          </a:lstStyle>
          <a:p>
            <a:r>
              <a:rPr lang="en-US"/>
              <a:t>Click to edit Master title style</a:t>
            </a:r>
            <a:endParaRPr lang="en-US" dirty="0"/>
          </a:p>
        </p:txBody>
      </p:sp>
      <p:sp>
        <p:nvSpPr>
          <p:cNvPr id="8" name="Vertical Text Placeholder 2"/>
          <p:cNvSpPr>
            <a:spLocks noGrp="1"/>
          </p:cNvSpPr>
          <p:nvPr>
            <p:ph type="body" orient="vert" sz="quarter" idx="13"/>
          </p:nvPr>
        </p:nvSpPr>
        <p:spPr>
          <a:xfrm>
            <a:off x="913775" y="609601"/>
            <a:ext cx="7658724" cy="5181599"/>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6/5/2025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19">
            <a:alphaModFix/>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a:solidFill>
                  <a:schemeClr val="tx1"/>
                </a:solidFill>
              </a:defRPr>
            </a:lvl1pPr>
          </a:lstStyle>
          <a:p>
            <a:fld id="{48A87A34-81AB-432B-8DAE-1953F412C126}" type="datetimeFigureOut">
              <a:rPr lang="en-US" dirty="0"/>
              <a:pPr/>
              <a:t>6/5/2025</a:t>
            </a:fld>
            <a:endParaRPr lang="en-US" dirty="0"/>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000">
                <a:solidFill>
                  <a:schemeClr val="tx1"/>
                </a:solidFill>
              </a:defRPr>
            </a:lvl1pPr>
          </a:lstStyle>
          <a:p>
            <a:endParaRPr lang="en-US" dirty="0"/>
          </a:p>
        </p:txBody>
      </p:sp>
      <p:sp>
        <p:nvSpPr>
          <p:cNvPr id="6" name="Slide Number Placeholder 5"/>
          <p:cNvSpPr>
            <a:spLocks noGrp="1"/>
          </p:cNvSpPr>
          <p:nvPr>
            <p:ph type="sldNum" sz="quarter" idx="4"/>
          </p:nvPr>
        </p:nvSpPr>
        <p:spPr>
          <a:xfrm>
            <a:off x="10514011" y="5883275"/>
            <a:ext cx="764215" cy="365125"/>
          </a:xfrm>
          <a:prstGeom prst="rect">
            <a:avLst/>
          </a:prstGeom>
        </p:spPr>
        <p:txBody>
          <a:bodyPr vert="horz" lIns="91440" tIns="45720" rIns="91440" bIns="45720" rtlCol="0" anchor="ctr"/>
          <a:lstStyle>
            <a:lvl1pPr algn="r">
              <a:defRPr sz="1000">
                <a:solidFill>
                  <a:schemeClr val="tx1"/>
                </a:solidFill>
              </a:defRPr>
            </a:lvl1pPr>
          </a:lstStyle>
          <a:p>
            <a:fld id="{6D22F896-40B5-4ADD-8801-0D06FADFA09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package" Target="../embeddings/Microsoft_Visio_Drawing.vsdx"/><Relationship Id="rId2" Type="http://schemas.openxmlformats.org/officeDocument/2006/relationships/slideLayout" Target="../slideLayouts/slideLayout1.xml"/><Relationship Id="rId1" Type="http://schemas.openxmlformats.org/officeDocument/2006/relationships/vmlDrawing" Target="../drawings/vmlDrawing1.vml"/><Relationship Id="rId4" Type="http://schemas.openxmlformats.org/officeDocument/2006/relationships/image" Target="../media/image9.emf"/></Relationships>
</file>

<file path=ppt/slides/_rels/slide10.xml.rels><?xml version="1.0" encoding="UTF-8" standalone="yes"?>
<Relationships xmlns="http://schemas.openxmlformats.org/package/2006/relationships"><Relationship Id="rId3" Type="http://schemas.openxmlformats.org/officeDocument/2006/relationships/package" Target="../embeddings/Microsoft_Visio_Drawing1.vsdx"/><Relationship Id="rId2" Type="http://schemas.openxmlformats.org/officeDocument/2006/relationships/slideLayout" Target="../slideLayouts/slideLayout1.xml"/><Relationship Id="rId1" Type="http://schemas.openxmlformats.org/officeDocument/2006/relationships/vmlDrawing" Target="../drawings/vmlDrawing2.vml"/><Relationship Id="rId4" Type="http://schemas.openxmlformats.org/officeDocument/2006/relationships/image" Target="../media/image10.emf"/></Relationships>
</file>

<file path=ppt/slides/_rels/slide11.xml.rels><?xml version="1.0" encoding="UTF-8" standalone="yes"?>
<Relationships xmlns="http://schemas.openxmlformats.org/package/2006/relationships"><Relationship Id="rId3" Type="http://schemas.openxmlformats.org/officeDocument/2006/relationships/package" Target="../embeddings/Microsoft_Visio_Drawing2.vsdx"/><Relationship Id="rId2" Type="http://schemas.openxmlformats.org/officeDocument/2006/relationships/slideLayout" Target="../slideLayouts/slideLayout1.xml"/><Relationship Id="rId1" Type="http://schemas.openxmlformats.org/officeDocument/2006/relationships/vmlDrawing" Target="../drawings/vmlDrawing3.vml"/><Relationship Id="rId4" Type="http://schemas.openxmlformats.org/officeDocument/2006/relationships/image" Target="../media/image11.emf"/></Relationships>
</file>

<file path=ppt/slides/_rels/slide12.xml.rels><?xml version="1.0" encoding="UTF-8" standalone="yes"?>
<Relationships xmlns="http://schemas.openxmlformats.org/package/2006/relationships"><Relationship Id="rId3" Type="http://schemas.openxmlformats.org/officeDocument/2006/relationships/package" Target="../embeddings/Microsoft_Visio_Drawing3.vsdx"/><Relationship Id="rId2" Type="http://schemas.openxmlformats.org/officeDocument/2006/relationships/slideLayout" Target="../slideLayouts/slideLayout1.xml"/><Relationship Id="rId1" Type="http://schemas.openxmlformats.org/officeDocument/2006/relationships/vmlDrawing" Target="../drawings/vmlDrawing4.vml"/><Relationship Id="rId4" Type="http://schemas.openxmlformats.org/officeDocument/2006/relationships/image" Target="../media/image12.emf"/></Relationships>
</file>

<file path=ppt/slides/_rels/slide13.xml.rels><?xml version="1.0" encoding="UTF-8" standalone="yes"?>
<Relationships xmlns="http://schemas.openxmlformats.org/package/2006/relationships"><Relationship Id="rId3" Type="http://schemas.openxmlformats.org/officeDocument/2006/relationships/package" Target="../embeddings/Microsoft_Visio_Drawing4.vsdx"/><Relationship Id="rId2" Type="http://schemas.openxmlformats.org/officeDocument/2006/relationships/slideLayout" Target="../slideLayouts/slideLayout1.xml"/><Relationship Id="rId1" Type="http://schemas.openxmlformats.org/officeDocument/2006/relationships/vmlDrawing" Target="../drawings/vmlDrawing5.vml"/><Relationship Id="rId4" Type="http://schemas.openxmlformats.org/officeDocument/2006/relationships/image" Target="../media/image13.emf"/></Relationships>
</file>

<file path=ppt/slides/_rels/slide14.xml.rels><?xml version="1.0" encoding="UTF-8" standalone="yes"?>
<Relationships xmlns="http://schemas.openxmlformats.org/package/2006/relationships"><Relationship Id="rId3" Type="http://schemas.openxmlformats.org/officeDocument/2006/relationships/package" Target="../embeddings/Microsoft_Visio_Drawing5.vsdx"/><Relationship Id="rId2" Type="http://schemas.openxmlformats.org/officeDocument/2006/relationships/slideLayout" Target="../slideLayouts/slideLayout1.xml"/><Relationship Id="rId1" Type="http://schemas.openxmlformats.org/officeDocument/2006/relationships/vmlDrawing" Target="../drawings/vmlDrawing6.vml"/><Relationship Id="rId4" Type="http://schemas.openxmlformats.org/officeDocument/2006/relationships/image" Target="../media/image14.emf"/></Relationships>
</file>

<file path=ppt/slides/_rels/slide15.xml.rels><?xml version="1.0" encoding="UTF-8" standalone="yes"?>
<Relationships xmlns="http://schemas.openxmlformats.org/package/2006/relationships"><Relationship Id="rId3" Type="http://schemas.openxmlformats.org/officeDocument/2006/relationships/package" Target="../embeddings/Microsoft_Visio_Drawing6.vsdx"/><Relationship Id="rId2" Type="http://schemas.openxmlformats.org/officeDocument/2006/relationships/slideLayout" Target="../slideLayouts/slideLayout1.xml"/><Relationship Id="rId1" Type="http://schemas.openxmlformats.org/officeDocument/2006/relationships/vmlDrawing" Target="../drawings/vmlDrawing7.vml"/><Relationship Id="rId4" Type="http://schemas.openxmlformats.org/officeDocument/2006/relationships/image" Target="../media/image15.emf"/></Relationships>
</file>

<file path=ppt/slides/_rels/slide16.xml.rels><?xml version="1.0" encoding="UTF-8" standalone="yes"?>
<Relationships xmlns="http://schemas.openxmlformats.org/package/2006/relationships"><Relationship Id="rId3" Type="http://schemas.openxmlformats.org/officeDocument/2006/relationships/package" Target="../embeddings/Microsoft_Visio_Drawing7.vsdx"/><Relationship Id="rId2" Type="http://schemas.openxmlformats.org/officeDocument/2006/relationships/slideLayout" Target="../slideLayouts/slideLayout1.xml"/><Relationship Id="rId1" Type="http://schemas.openxmlformats.org/officeDocument/2006/relationships/vmlDrawing" Target="../drawings/vmlDrawing8.vml"/><Relationship Id="rId4" Type="http://schemas.openxmlformats.org/officeDocument/2006/relationships/image" Target="../media/image16.emf"/></Relationships>
</file>

<file path=ppt/slides/_rels/slide17.xml.rels><?xml version="1.0" encoding="UTF-8" standalone="yes"?>
<Relationships xmlns="http://schemas.openxmlformats.org/package/2006/relationships"><Relationship Id="rId3" Type="http://schemas.openxmlformats.org/officeDocument/2006/relationships/package" Target="../embeddings/Microsoft_Visio_Drawing8.vsdx"/><Relationship Id="rId2" Type="http://schemas.openxmlformats.org/officeDocument/2006/relationships/slideLayout" Target="../slideLayouts/slideLayout1.xml"/><Relationship Id="rId1" Type="http://schemas.openxmlformats.org/officeDocument/2006/relationships/vmlDrawing" Target="../drawings/vmlDrawing9.vml"/><Relationship Id="rId4" Type="http://schemas.openxmlformats.org/officeDocument/2006/relationships/image" Target="../media/image17.emf"/></Relationships>
</file>

<file path=ppt/slides/_rels/slide18.xml.rels><?xml version="1.0" encoding="UTF-8" standalone="yes"?>
<Relationships xmlns="http://schemas.openxmlformats.org/package/2006/relationships"><Relationship Id="rId3" Type="http://schemas.openxmlformats.org/officeDocument/2006/relationships/package" Target="../embeddings/Microsoft_Visio_Drawing9.vsdx"/><Relationship Id="rId2" Type="http://schemas.openxmlformats.org/officeDocument/2006/relationships/slideLayout" Target="../slideLayouts/slideLayout1.xml"/><Relationship Id="rId1" Type="http://schemas.openxmlformats.org/officeDocument/2006/relationships/vmlDrawing" Target="../drawings/vmlDrawing10.vml"/><Relationship Id="rId4" Type="http://schemas.openxmlformats.org/officeDocument/2006/relationships/image" Target="../media/image18.emf"/></Relationships>
</file>

<file path=ppt/slides/_rels/slide19.xml.rels><?xml version="1.0" encoding="UTF-8" standalone="yes"?>
<Relationships xmlns="http://schemas.openxmlformats.org/package/2006/relationships"><Relationship Id="rId3" Type="http://schemas.openxmlformats.org/officeDocument/2006/relationships/package" Target="../embeddings/Microsoft_Visio_Drawing10.vsdx"/><Relationship Id="rId2" Type="http://schemas.openxmlformats.org/officeDocument/2006/relationships/slideLayout" Target="../slideLayouts/slideLayout1.xml"/><Relationship Id="rId1" Type="http://schemas.openxmlformats.org/officeDocument/2006/relationships/vmlDrawing" Target="../drawings/vmlDrawing11.vml"/><Relationship Id="rId4" Type="http://schemas.openxmlformats.org/officeDocument/2006/relationships/image" Target="../media/image19.emf"/></Relationships>
</file>

<file path=ppt/slides/_rels/slide20.xml.rels><?xml version="1.0" encoding="UTF-8" standalone="yes"?>
<Relationships xmlns="http://schemas.openxmlformats.org/package/2006/relationships"><Relationship Id="rId3" Type="http://schemas.openxmlformats.org/officeDocument/2006/relationships/package" Target="../embeddings/Microsoft_Visio_Drawing11.vsdx"/><Relationship Id="rId2" Type="http://schemas.openxmlformats.org/officeDocument/2006/relationships/slideLayout" Target="../slideLayouts/slideLayout1.xml"/><Relationship Id="rId1" Type="http://schemas.openxmlformats.org/officeDocument/2006/relationships/vmlDrawing" Target="../drawings/vmlDrawing12.vml"/><Relationship Id="rId4" Type="http://schemas.openxmlformats.org/officeDocument/2006/relationships/image" Target="../media/image20.emf"/></Relationships>
</file>

<file path=ppt/slides/_rels/slide21.xml.rels><?xml version="1.0" encoding="UTF-8" standalone="yes"?>
<Relationships xmlns="http://schemas.openxmlformats.org/package/2006/relationships"><Relationship Id="rId3" Type="http://schemas.openxmlformats.org/officeDocument/2006/relationships/package" Target="../embeddings/Microsoft_Visio_Drawing12.vsdx"/><Relationship Id="rId2" Type="http://schemas.openxmlformats.org/officeDocument/2006/relationships/slideLayout" Target="../slideLayouts/slideLayout1.xml"/><Relationship Id="rId1" Type="http://schemas.openxmlformats.org/officeDocument/2006/relationships/vmlDrawing" Target="../drawings/vmlDrawing13.vml"/><Relationship Id="rId4" Type="http://schemas.openxmlformats.org/officeDocument/2006/relationships/image" Target="../media/image21.emf"/></Relationships>
</file>

<file path=ppt/slides/_rels/slide22.xml.rels><?xml version="1.0" encoding="UTF-8" standalone="yes"?>
<Relationships xmlns="http://schemas.openxmlformats.org/package/2006/relationships"><Relationship Id="rId3" Type="http://schemas.openxmlformats.org/officeDocument/2006/relationships/package" Target="../embeddings/Microsoft_Visio_Drawing13.vsdx"/><Relationship Id="rId2" Type="http://schemas.openxmlformats.org/officeDocument/2006/relationships/slideLayout" Target="../slideLayouts/slideLayout1.xml"/><Relationship Id="rId1" Type="http://schemas.openxmlformats.org/officeDocument/2006/relationships/vmlDrawing" Target="../drawings/vmlDrawing14.vml"/><Relationship Id="rId4" Type="http://schemas.openxmlformats.org/officeDocument/2006/relationships/image" Target="../media/image22.emf"/></Relationships>
</file>

<file path=ppt/slides/_rels/slide23.xml.rels><?xml version="1.0" encoding="UTF-8" standalone="yes"?>
<Relationships xmlns="http://schemas.openxmlformats.org/package/2006/relationships"><Relationship Id="rId3" Type="http://schemas.openxmlformats.org/officeDocument/2006/relationships/package" Target="../embeddings/Microsoft_Visio_Drawing14.vsdx"/><Relationship Id="rId2" Type="http://schemas.openxmlformats.org/officeDocument/2006/relationships/slideLayout" Target="../slideLayouts/slideLayout1.xml"/><Relationship Id="rId1" Type="http://schemas.openxmlformats.org/officeDocument/2006/relationships/vmlDrawing" Target="../drawings/vmlDrawing15.vml"/><Relationship Id="rId4" Type="http://schemas.openxmlformats.org/officeDocument/2006/relationships/image" Target="../media/image23.emf"/></Relationships>
</file>

<file path=ppt/slides/_rels/slide24.xml.rels><?xml version="1.0" encoding="UTF-8" standalone="yes"?>
<Relationships xmlns="http://schemas.openxmlformats.org/package/2006/relationships"><Relationship Id="rId3" Type="http://schemas.openxmlformats.org/officeDocument/2006/relationships/package" Target="../embeddings/Microsoft_Visio_Drawing15.vsdx"/><Relationship Id="rId2" Type="http://schemas.openxmlformats.org/officeDocument/2006/relationships/slideLayout" Target="../slideLayouts/slideLayout1.xml"/><Relationship Id="rId1" Type="http://schemas.openxmlformats.org/officeDocument/2006/relationships/vmlDrawing" Target="../drawings/vmlDrawing16.vml"/><Relationship Id="rId4" Type="http://schemas.openxmlformats.org/officeDocument/2006/relationships/image" Target="../media/image24.emf"/></Relationships>
</file>

<file path=ppt/slides/_rels/slide25.xml.rels><?xml version="1.0" encoding="UTF-8" standalone="yes"?>
<Relationships xmlns="http://schemas.openxmlformats.org/package/2006/relationships"><Relationship Id="rId3" Type="http://schemas.openxmlformats.org/officeDocument/2006/relationships/package" Target="../embeddings/Microsoft_Visio_Drawing16.vsdx"/><Relationship Id="rId2" Type="http://schemas.openxmlformats.org/officeDocument/2006/relationships/slideLayout" Target="../slideLayouts/slideLayout1.xml"/><Relationship Id="rId1" Type="http://schemas.openxmlformats.org/officeDocument/2006/relationships/vmlDrawing" Target="../drawings/vmlDrawing17.vml"/><Relationship Id="rId4" Type="http://schemas.openxmlformats.org/officeDocument/2006/relationships/image" Target="../media/image25.emf"/></Relationships>
</file>

<file path=ppt/slides/_rels/slide2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3"/>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037805" y="679269"/>
            <a:ext cx="7781109" cy="4820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576454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19348"/>
            <a:ext cx="12192000" cy="914400"/>
          </a:xfrm>
        </p:spPr>
        <p:txBody>
          <a:bodyPr/>
          <a:lstStyle/>
          <a:p>
            <a:r>
              <a:rPr lang="en-US" cap="none" dirty="0">
                <a:latin typeface="Cambria" panose="02040503050406030204" pitchFamily="18" charset="0"/>
                <a:ea typeface="Cambria" panose="02040503050406030204" pitchFamily="18" charset="0"/>
              </a:rPr>
              <a:t>CarWash</a:t>
            </a:r>
          </a:p>
        </p:txBody>
      </p:sp>
      <p:pic>
        <p:nvPicPr>
          <p:cNvPr id="4" name="Picture 6" descr="C:\Users\usman.waheed\Desktop\vulogo.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7817" y="3004458"/>
            <a:ext cx="3036366" cy="21031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653657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19348"/>
            <a:ext cx="12192000" cy="914400"/>
          </a:xfrm>
        </p:spPr>
        <p:txBody>
          <a:bodyPr/>
          <a:lstStyle/>
          <a:p>
            <a:r>
              <a:rPr lang="en-US" cap="none" dirty="0">
                <a:latin typeface="Cambria" panose="02040503050406030204" pitchFamily="18" charset="0"/>
                <a:ea typeface="Cambria" panose="02040503050406030204" pitchFamily="18" charset="0"/>
              </a:rPr>
              <a:t>Group Member Introduction</a:t>
            </a:r>
          </a:p>
        </p:txBody>
      </p:sp>
      <p:sp>
        <p:nvSpPr>
          <p:cNvPr id="5" name="Title 1"/>
          <p:cNvSpPr txBox="1">
            <a:spLocks/>
          </p:cNvSpPr>
          <p:nvPr/>
        </p:nvSpPr>
        <p:spPr>
          <a:xfrm>
            <a:off x="1345474" y="2704010"/>
            <a:ext cx="10480766" cy="1854925"/>
          </a:xfrm>
          <a:prstGeom prst="rect">
            <a:avLst/>
          </a:prstGeom>
        </p:spPr>
        <p:txBody>
          <a:bodyPr vert="horz" lIns="91440" tIns="45720" rIns="91440" bIns="45720" rtlCol="0" anchor="b">
            <a:normAutofit fontScale="75000" lnSpcReduction="20000"/>
          </a:bodyPr>
          <a:lstStyle>
            <a:lvl1pPr algn="ctr" defTabSz="914400" rtl="0" eaLnBrk="1" latinLnBrk="0" hangingPunct="1">
              <a:lnSpc>
                <a:spcPct val="90000"/>
              </a:lnSpc>
              <a:spcBef>
                <a:spcPct val="0"/>
              </a:spcBef>
              <a:buNone/>
              <a:defRPr sz="4800" kern="1200" cap="all" baseline="0">
                <a:solidFill>
                  <a:schemeClr val="tx1"/>
                </a:solidFill>
                <a:effectLst/>
                <a:latin typeface="+mj-lt"/>
                <a:ea typeface="+mj-ea"/>
                <a:cs typeface="+mj-cs"/>
              </a:defRPr>
            </a:lvl1pPr>
          </a:lstStyle>
          <a:p>
            <a:pPr algn="l">
              <a:lnSpc>
                <a:spcPct val="150000"/>
              </a:lnSpc>
            </a:pPr>
            <a:r>
              <a:rPr lang="en-US" sz="3600" cap="none" dirty="0">
                <a:latin typeface="Cambria" panose="02040503050406030204" pitchFamily="18" charset="0"/>
                <a:ea typeface="Cambria" panose="02040503050406030204" pitchFamily="18" charset="0"/>
              </a:rPr>
              <a:t>Group ID: F24PROJECT72E6E</a:t>
            </a:r>
          </a:p>
          <a:p>
            <a:pPr algn="l">
              <a:lnSpc>
                <a:spcPct val="150000"/>
              </a:lnSpc>
            </a:pPr>
            <a:r>
              <a:rPr lang="en-US" sz="3600" cap="none" dirty="0">
                <a:latin typeface="Cambria" panose="02040503050406030204" pitchFamily="18" charset="0"/>
                <a:ea typeface="Cambria" panose="02040503050406030204" pitchFamily="18" charset="0"/>
              </a:rPr>
              <a:t>Name: Adeel </a:t>
            </a:r>
            <a:r>
              <a:rPr lang="en-US" sz="3600" cap="none" dirty="0" smtClean="0">
                <a:latin typeface="Cambria" panose="02040503050406030204" pitchFamily="18" charset="0"/>
                <a:ea typeface="Cambria" panose="02040503050406030204" pitchFamily="18" charset="0"/>
              </a:rPr>
              <a:t>Ahmed</a:t>
            </a:r>
            <a:endParaRPr lang="en-US" sz="3600" cap="none" dirty="0">
              <a:latin typeface="Cambria" panose="02040503050406030204" pitchFamily="18" charset="0"/>
              <a:ea typeface="Cambria" panose="02040503050406030204" pitchFamily="18" charset="0"/>
            </a:endParaRPr>
          </a:p>
          <a:p>
            <a:pPr algn="l">
              <a:lnSpc>
                <a:spcPct val="150000"/>
              </a:lnSpc>
            </a:pPr>
            <a:r>
              <a:rPr lang="en-US" sz="3600" cap="none" dirty="0">
                <a:latin typeface="Cambria" panose="02040503050406030204" pitchFamily="18" charset="0"/>
                <a:ea typeface="Cambria" panose="02040503050406030204" pitchFamily="18" charset="0"/>
              </a:rPr>
              <a:t>ID: BC210406443</a:t>
            </a:r>
          </a:p>
        </p:txBody>
      </p:sp>
    </p:spTree>
    <p:extLst>
      <p:ext uri="{BB962C8B-B14F-4D97-AF65-F5344CB8AC3E}">
        <p14:creationId xmlns:p14="http://schemas.microsoft.com/office/powerpoint/2010/main" val="39645986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 y="300445"/>
            <a:ext cx="12192000" cy="914400"/>
          </a:xfrm>
        </p:spPr>
        <p:txBody>
          <a:bodyPr/>
          <a:lstStyle/>
          <a:p>
            <a:r>
              <a:rPr lang="en-US" cap="none" dirty="0">
                <a:latin typeface="Cambria" panose="02040503050406030204" pitchFamily="18" charset="0"/>
                <a:ea typeface="Cambria" panose="02040503050406030204" pitchFamily="18" charset="0"/>
              </a:rPr>
              <a:t>Introduction of Project</a:t>
            </a:r>
          </a:p>
        </p:txBody>
      </p:sp>
      <p:sp>
        <p:nvSpPr>
          <p:cNvPr id="3" name="Title 1"/>
          <p:cNvSpPr txBox="1">
            <a:spLocks/>
          </p:cNvSpPr>
          <p:nvPr/>
        </p:nvSpPr>
        <p:spPr>
          <a:xfrm>
            <a:off x="1086650" y="2156139"/>
            <a:ext cx="10018697" cy="4005301"/>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4800" kern="1200" cap="all" baseline="0">
                <a:solidFill>
                  <a:schemeClr val="tx1"/>
                </a:solidFill>
                <a:effectLst/>
                <a:latin typeface="+mj-lt"/>
                <a:ea typeface="+mj-ea"/>
                <a:cs typeface="+mj-cs"/>
              </a:defRPr>
            </a:lvl1pPr>
          </a:lstStyle>
          <a:p>
            <a:pPr algn="just">
              <a:lnSpc>
                <a:spcPct val="150000"/>
              </a:lnSpc>
            </a:pPr>
            <a:r>
              <a:rPr lang="en-GB" sz="1800" cap="none" dirty="0">
                <a:solidFill>
                  <a:srgbClr val="000000"/>
                </a:solidFill>
                <a:effectLst/>
                <a:latin typeface="Times New Roman" panose="02020603050405020304" pitchFamily="18" charset="0"/>
                <a:ea typeface="Times New Roman" panose="02020603050405020304" pitchFamily="18" charset="0"/>
              </a:rPr>
              <a:t>The CarWash Management System is a web application that helps car wash businesses manage their daily operations more easily. It allows admins to handle user accounts, services, bookings, inventory, and payments all in one place. Instead of using manual methods like paperwork or phone calls, the system makes everything faster, more organized, and available online.</a:t>
            </a:r>
          </a:p>
          <a:p>
            <a:pPr algn="just">
              <a:lnSpc>
                <a:spcPct val="150000"/>
              </a:lnSpc>
            </a:pPr>
            <a:r>
              <a:rPr lang="en-GB" sz="1800" cap="none" dirty="0">
                <a:solidFill>
                  <a:srgbClr val="000000"/>
                </a:solidFill>
                <a:effectLst/>
                <a:latin typeface="Times New Roman" panose="02020603050405020304" pitchFamily="18" charset="0"/>
                <a:ea typeface="Times New Roman" panose="02020603050405020304" pitchFamily="18" charset="0"/>
              </a:rPr>
              <a:t>For customers, the system provides a simple and friendly way to explore different car wash services, book appointments, and make payments securely. Customers can also create their own accounts, view their booking history, receive notifications, and give feedback after using the services. This helps build better communication between the business and its customers.</a:t>
            </a:r>
          </a:p>
          <a:p>
            <a:pPr algn="just">
              <a:lnSpc>
                <a:spcPct val="150000"/>
              </a:lnSpc>
            </a:pPr>
            <a:r>
              <a:rPr lang="en-GB" sz="1800" cap="none" dirty="0">
                <a:solidFill>
                  <a:srgbClr val="000000"/>
                </a:solidFill>
                <a:effectLst/>
                <a:latin typeface="Times New Roman" panose="02020603050405020304" pitchFamily="18" charset="0"/>
                <a:ea typeface="Times New Roman" panose="02020603050405020304" pitchFamily="18" charset="0"/>
              </a:rPr>
              <a:t>Our main goal with this project is to improve the efficiency of car wash businesses and to give customers a smooth and easy experience. By using this system, businesses can grow faster, reduce errors, and offer better service, while customers enjoy a more convenient and satisfying way to take care of their car wash needs.</a:t>
            </a:r>
          </a:p>
        </p:txBody>
      </p:sp>
    </p:spTree>
    <p:extLst>
      <p:ext uri="{BB962C8B-B14F-4D97-AF65-F5344CB8AC3E}">
        <p14:creationId xmlns:p14="http://schemas.microsoft.com/office/powerpoint/2010/main" val="1322305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381512"/>
            <a:ext cx="12192000" cy="914400"/>
          </a:xfrm>
        </p:spPr>
        <p:txBody>
          <a:bodyPr/>
          <a:lstStyle/>
          <a:p>
            <a:r>
              <a:rPr lang="en-US" cap="none" dirty="0">
                <a:latin typeface="Cambria" panose="02040503050406030204" pitchFamily="18" charset="0"/>
                <a:ea typeface="Cambria" panose="02040503050406030204" pitchFamily="18" charset="0"/>
              </a:rPr>
              <a:t>VU Process Model Diagram</a:t>
            </a:r>
          </a:p>
        </p:txBody>
      </p:sp>
      <p:pic>
        <p:nvPicPr>
          <p:cNvPr id="24578" name="Picture 2">
            <a:extLst>
              <a:ext uri="{FF2B5EF4-FFF2-40B4-BE49-F238E27FC236}">
                <a16:creationId xmlns:a16="http://schemas.microsoft.com/office/drawing/2014/main" id="{C247E5FD-FE80-4A63-8EBE-A8051739ACD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29044" y="1491550"/>
            <a:ext cx="6133912" cy="5011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033452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0"/>
            <a:ext cx="12192000" cy="896340"/>
          </a:xfrm>
        </p:spPr>
        <p:txBody>
          <a:bodyPr/>
          <a:lstStyle/>
          <a:p>
            <a:r>
              <a:rPr lang="en-US" cap="none" dirty="0">
                <a:latin typeface="Cambria" panose="02040503050406030204" pitchFamily="18" charset="0"/>
                <a:ea typeface="Cambria" panose="02040503050406030204" pitchFamily="18" charset="0"/>
              </a:rPr>
              <a:t>Use Case Diagram</a:t>
            </a:r>
          </a:p>
        </p:txBody>
      </p:sp>
      <p:sp>
        <p:nvSpPr>
          <p:cNvPr id="3" name="Rectangle 2">
            <a:extLst>
              <a:ext uri="{FF2B5EF4-FFF2-40B4-BE49-F238E27FC236}">
                <a16:creationId xmlns:a16="http://schemas.microsoft.com/office/drawing/2014/main" id="{43F0F096-C582-4AA6-8D82-6A8E72FFE56B}"/>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sp>
        <p:nvSpPr>
          <p:cNvPr id="5" name="Rectangle 8">
            <a:extLst>
              <a:ext uri="{FF2B5EF4-FFF2-40B4-BE49-F238E27FC236}">
                <a16:creationId xmlns:a16="http://schemas.microsoft.com/office/drawing/2014/main" id="{5247ECAD-84B6-4122-80B3-6F379560E21D}"/>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pic>
        <p:nvPicPr>
          <p:cNvPr id="32770" name="Picture 2">
            <a:extLst>
              <a:ext uri="{FF2B5EF4-FFF2-40B4-BE49-F238E27FC236}">
                <a16:creationId xmlns:a16="http://schemas.microsoft.com/office/drawing/2014/main" id="{A2B6E60A-0885-4F5F-B42F-99181863824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22021" y="896340"/>
            <a:ext cx="4271401" cy="5716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738623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 y="248194"/>
            <a:ext cx="12192000" cy="731519"/>
          </a:xfrm>
        </p:spPr>
        <p:txBody>
          <a:bodyPr>
            <a:normAutofit fontScale="90000"/>
          </a:bodyPr>
          <a:lstStyle/>
          <a:p>
            <a:r>
              <a:rPr lang="en-US" cap="none" dirty="0">
                <a:latin typeface="Cambria" panose="02040503050406030204" pitchFamily="18" charset="0"/>
                <a:ea typeface="Cambria" panose="02040503050406030204" pitchFamily="18" charset="0"/>
              </a:rPr>
              <a:t>Business Rule Catalog</a:t>
            </a:r>
          </a:p>
        </p:txBody>
      </p:sp>
      <p:sp>
        <p:nvSpPr>
          <p:cNvPr id="3" name="Title 1"/>
          <p:cNvSpPr txBox="1">
            <a:spLocks/>
          </p:cNvSpPr>
          <p:nvPr/>
        </p:nvSpPr>
        <p:spPr>
          <a:xfrm>
            <a:off x="1303723" y="2477624"/>
            <a:ext cx="3954077" cy="4132182"/>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4800" kern="1200" cap="all" baseline="0">
                <a:solidFill>
                  <a:schemeClr val="tx1"/>
                </a:solidFill>
                <a:effectLst/>
                <a:latin typeface="+mj-lt"/>
                <a:ea typeface="+mj-ea"/>
                <a:cs typeface="+mj-cs"/>
              </a:defRPr>
            </a:lvl1pPr>
          </a:lstStyle>
          <a:p>
            <a:pPr algn="l">
              <a:lnSpc>
                <a:spcPct val="150000"/>
              </a:lnSpc>
            </a:pPr>
            <a:r>
              <a:rPr lang="en-US" sz="2400" b="1" cap="none" dirty="0">
                <a:effectLst/>
                <a:latin typeface="Times New Roman" panose="02020603050405020304" pitchFamily="18" charset="0"/>
                <a:ea typeface="Times New Roman" panose="02020603050405020304" pitchFamily="18" charset="0"/>
              </a:rPr>
              <a:t>Admin side:</a:t>
            </a:r>
            <a:endParaRPr lang="en-GB" sz="2400" b="1" cap="none" dirty="0">
              <a:effectLst/>
              <a:latin typeface="Times New Roman" panose="02020603050405020304" pitchFamily="18" charset="0"/>
              <a:ea typeface="Times New Roman" panose="02020603050405020304" pitchFamily="18" charset="0"/>
            </a:endParaRPr>
          </a:p>
          <a:p>
            <a:pPr marL="342900" lvl="0" indent="-342900" algn="l">
              <a:lnSpc>
                <a:spcPct val="250000"/>
              </a:lnSpc>
              <a:buFont typeface="Symbol" panose="05050102010706020507" pitchFamily="18" charset="2"/>
              <a:buChar char=""/>
            </a:pPr>
            <a:r>
              <a:rPr lang="en-US" sz="1600" cap="none" dirty="0">
                <a:effectLst/>
                <a:latin typeface="Times New Roman" panose="02020603050405020304" pitchFamily="18" charset="0"/>
                <a:ea typeface="Times New Roman" panose="02020603050405020304" pitchFamily="18" charset="0"/>
              </a:rPr>
              <a:t>User management:</a:t>
            </a:r>
            <a:endParaRPr lang="en-GB" sz="1600" cap="none" dirty="0">
              <a:effectLst/>
              <a:latin typeface="Times New Roman" panose="02020603050405020304" pitchFamily="18" charset="0"/>
              <a:ea typeface="Times New Roman" panose="02020603050405020304" pitchFamily="18" charset="0"/>
            </a:endParaRPr>
          </a:p>
          <a:p>
            <a:pPr marL="342900" lvl="0" indent="-342900" algn="l">
              <a:lnSpc>
                <a:spcPct val="250000"/>
              </a:lnSpc>
              <a:buFont typeface="Symbol" panose="05050102010706020507" pitchFamily="18" charset="2"/>
              <a:buChar char=""/>
            </a:pPr>
            <a:r>
              <a:rPr lang="en-US" sz="1600" cap="none" dirty="0">
                <a:effectLst/>
                <a:latin typeface="Times New Roman" panose="02020603050405020304" pitchFamily="18" charset="0"/>
                <a:ea typeface="Times New Roman" panose="02020603050405020304" pitchFamily="18" charset="0"/>
              </a:rPr>
              <a:t>Service management:</a:t>
            </a:r>
            <a:endParaRPr lang="en-GB" sz="1600" cap="none" dirty="0">
              <a:effectLst/>
              <a:latin typeface="Times New Roman" panose="02020603050405020304" pitchFamily="18" charset="0"/>
              <a:ea typeface="Times New Roman" panose="02020603050405020304" pitchFamily="18" charset="0"/>
            </a:endParaRPr>
          </a:p>
          <a:p>
            <a:pPr marL="342900" lvl="0" indent="-342900" algn="l">
              <a:lnSpc>
                <a:spcPct val="250000"/>
              </a:lnSpc>
              <a:buFont typeface="Symbol" panose="05050102010706020507" pitchFamily="18" charset="2"/>
              <a:buChar char=""/>
            </a:pPr>
            <a:r>
              <a:rPr lang="en-US" sz="1600" cap="none" dirty="0">
                <a:effectLst/>
                <a:latin typeface="Times New Roman" panose="02020603050405020304" pitchFamily="18" charset="0"/>
                <a:ea typeface="Times New Roman" panose="02020603050405020304" pitchFamily="18" charset="0"/>
              </a:rPr>
              <a:t>Booking management:</a:t>
            </a:r>
            <a:endParaRPr lang="en-GB" sz="1600" cap="none" dirty="0">
              <a:effectLst/>
              <a:latin typeface="Times New Roman" panose="02020603050405020304" pitchFamily="18" charset="0"/>
              <a:ea typeface="Times New Roman" panose="02020603050405020304" pitchFamily="18" charset="0"/>
            </a:endParaRPr>
          </a:p>
          <a:p>
            <a:pPr marL="342900" lvl="0" indent="-342900" algn="l">
              <a:lnSpc>
                <a:spcPct val="250000"/>
              </a:lnSpc>
              <a:buFont typeface="Symbol" panose="05050102010706020507" pitchFamily="18" charset="2"/>
              <a:buChar char=""/>
            </a:pPr>
            <a:r>
              <a:rPr lang="en-US" sz="1600" cap="none" dirty="0">
                <a:effectLst/>
                <a:latin typeface="Times New Roman" panose="02020603050405020304" pitchFamily="18" charset="0"/>
                <a:ea typeface="Times New Roman" panose="02020603050405020304" pitchFamily="18" charset="0"/>
              </a:rPr>
              <a:t>Inventory management:</a:t>
            </a:r>
            <a:endParaRPr lang="en-GB" sz="1600" cap="none" dirty="0">
              <a:effectLst/>
              <a:latin typeface="Times New Roman" panose="02020603050405020304" pitchFamily="18" charset="0"/>
              <a:ea typeface="Times New Roman" panose="02020603050405020304" pitchFamily="18" charset="0"/>
            </a:endParaRPr>
          </a:p>
          <a:p>
            <a:pPr marL="342900" lvl="0" indent="-342900" algn="l">
              <a:lnSpc>
                <a:spcPct val="250000"/>
              </a:lnSpc>
              <a:buFont typeface="Symbol" panose="05050102010706020507" pitchFamily="18" charset="2"/>
              <a:buChar char=""/>
            </a:pPr>
            <a:r>
              <a:rPr lang="en-US" sz="1600" cap="none" dirty="0">
                <a:effectLst/>
                <a:latin typeface="Times New Roman" panose="02020603050405020304" pitchFamily="18" charset="0"/>
                <a:ea typeface="Times New Roman" panose="02020603050405020304" pitchFamily="18" charset="0"/>
              </a:rPr>
              <a:t>Financial management:</a:t>
            </a:r>
            <a:endParaRPr lang="en-GB" sz="1600" cap="none" dirty="0">
              <a:effectLst/>
              <a:latin typeface="Times New Roman" panose="02020603050405020304" pitchFamily="18" charset="0"/>
              <a:ea typeface="Times New Roman" panose="02020603050405020304" pitchFamily="18" charset="0"/>
            </a:endParaRPr>
          </a:p>
          <a:p>
            <a:pPr marL="342900" lvl="0" indent="-342900" algn="l">
              <a:lnSpc>
                <a:spcPct val="250000"/>
              </a:lnSpc>
              <a:buFont typeface="Symbol" panose="05050102010706020507" pitchFamily="18" charset="2"/>
              <a:buChar char=""/>
            </a:pPr>
            <a:r>
              <a:rPr lang="en-US" sz="1600" cap="none" dirty="0">
                <a:effectLst/>
                <a:latin typeface="Times New Roman" panose="02020603050405020304" pitchFamily="18" charset="0"/>
                <a:ea typeface="Times New Roman" panose="02020603050405020304" pitchFamily="18" charset="0"/>
              </a:rPr>
              <a:t>Customer management:</a:t>
            </a:r>
            <a:endParaRPr lang="en-GB" sz="1600" cap="none" dirty="0">
              <a:effectLst/>
              <a:latin typeface="Times New Roman" panose="02020603050405020304" pitchFamily="18" charset="0"/>
              <a:ea typeface="Times New Roman" panose="02020603050405020304" pitchFamily="18" charset="0"/>
            </a:endParaRPr>
          </a:p>
          <a:p>
            <a:pPr marL="342900" lvl="0" indent="-342900" algn="l">
              <a:lnSpc>
                <a:spcPct val="250000"/>
              </a:lnSpc>
              <a:buFont typeface="Symbol" panose="05050102010706020507" pitchFamily="18" charset="2"/>
              <a:buChar char=""/>
            </a:pPr>
            <a:r>
              <a:rPr lang="en-US" sz="1600" cap="none" dirty="0">
                <a:effectLst/>
                <a:latin typeface="Times New Roman" panose="02020603050405020304" pitchFamily="18" charset="0"/>
                <a:ea typeface="Times New Roman" panose="02020603050405020304" pitchFamily="18" charset="0"/>
              </a:rPr>
              <a:t>Reporting:</a:t>
            </a:r>
            <a:endParaRPr lang="en-GB" sz="1600" cap="none" dirty="0">
              <a:effectLst/>
              <a:latin typeface="Times New Roman" panose="02020603050405020304" pitchFamily="18" charset="0"/>
              <a:ea typeface="Times New Roman" panose="02020603050405020304" pitchFamily="18" charset="0"/>
            </a:endParaRPr>
          </a:p>
          <a:p>
            <a:pPr marL="342900" lvl="0" indent="-342900" algn="l">
              <a:lnSpc>
                <a:spcPct val="250000"/>
              </a:lnSpc>
              <a:buFont typeface="Symbol" panose="05050102010706020507" pitchFamily="18" charset="2"/>
              <a:buChar char=""/>
            </a:pPr>
            <a:r>
              <a:rPr lang="en-US" sz="1600" cap="none" dirty="0">
                <a:effectLst/>
                <a:latin typeface="Times New Roman" panose="02020603050405020304" pitchFamily="18" charset="0"/>
                <a:ea typeface="Times New Roman" panose="02020603050405020304" pitchFamily="18" charset="0"/>
              </a:rPr>
              <a:t>Marketing tools:</a:t>
            </a:r>
            <a:endParaRPr lang="en-GB" sz="1600" cap="none" dirty="0">
              <a:effectLst/>
              <a:latin typeface="Times New Roman" panose="02020603050405020304" pitchFamily="18" charset="0"/>
              <a:ea typeface="Times New Roman" panose="02020603050405020304" pitchFamily="18" charset="0"/>
            </a:endParaRPr>
          </a:p>
        </p:txBody>
      </p:sp>
      <p:sp>
        <p:nvSpPr>
          <p:cNvPr id="5" name="Title 1">
            <a:extLst>
              <a:ext uri="{FF2B5EF4-FFF2-40B4-BE49-F238E27FC236}">
                <a16:creationId xmlns:a16="http://schemas.microsoft.com/office/drawing/2014/main" id="{9B0B46B1-1250-49E7-AF27-C677D0B93CF8}"/>
              </a:ext>
            </a:extLst>
          </p:cNvPr>
          <p:cNvSpPr txBox="1">
            <a:spLocks/>
          </p:cNvSpPr>
          <p:nvPr/>
        </p:nvSpPr>
        <p:spPr>
          <a:xfrm>
            <a:off x="6221507" y="1266402"/>
            <a:ext cx="3954077" cy="4325196"/>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4800" kern="1200" cap="all" baseline="0">
                <a:solidFill>
                  <a:schemeClr val="tx1"/>
                </a:solidFill>
                <a:effectLst/>
                <a:latin typeface="+mj-lt"/>
                <a:ea typeface="+mj-ea"/>
                <a:cs typeface="+mj-cs"/>
              </a:defRPr>
            </a:lvl1pPr>
          </a:lstStyle>
          <a:p>
            <a:pPr algn="l">
              <a:lnSpc>
                <a:spcPct val="150000"/>
              </a:lnSpc>
            </a:pPr>
            <a:r>
              <a:rPr lang="en-US" sz="2000" b="1" cap="none" dirty="0">
                <a:effectLst/>
                <a:latin typeface="Times New Roman" panose="02020603050405020304" pitchFamily="18" charset="0"/>
                <a:ea typeface="Times New Roman" panose="02020603050405020304" pitchFamily="18" charset="0"/>
              </a:rPr>
              <a:t>Admin side:</a:t>
            </a:r>
            <a:endParaRPr lang="en-GB" sz="2000" cap="none" dirty="0">
              <a:effectLst/>
              <a:latin typeface="Times New Roman" panose="02020603050405020304" pitchFamily="18" charset="0"/>
              <a:ea typeface="Times New Roman" panose="02020603050405020304" pitchFamily="18" charset="0"/>
            </a:endParaRPr>
          </a:p>
          <a:p>
            <a:pPr marL="342900" lvl="0" indent="-342900" algn="l">
              <a:lnSpc>
                <a:spcPct val="200000"/>
              </a:lnSpc>
              <a:buFont typeface="Symbol" panose="05050102010706020507" pitchFamily="18" charset="2"/>
              <a:buChar char=""/>
            </a:pPr>
            <a:r>
              <a:rPr lang="en-US" sz="1600" cap="none" dirty="0">
                <a:effectLst/>
                <a:latin typeface="Times New Roman" panose="02020603050405020304" pitchFamily="18" charset="0"/>
                <a:ea typeface="Times New Roman" panose="02020603050405020304" pitchFamily="18" charset="0"/>
              </a:rPr>
              <a:t>User management:</a:t>
            </a:r>
            <a:endParaRPr lang="en-GB" sz="1600" cap="none" dirty="0">
              <a:effectLst/>
              <a:latin typeface="Times New Roman" panose="02020603050405020304" pitchFamily="18" charset="0"/>
              <a:ea typeface="Times New Roman" panose="02020603050405020304" pitchFamily="18" charset="0"/>
            </a:endParaRPr>
          </a:p>
          <a:p>
            <a:pPr marL="342900" lvl="0" indent="-342900" algn="l">
              <a:lnSpc>
                <a:spcPct val="200000"/>
              </a:lnSpc>
              <a:buFont typeface="Symbol" panose="05050102010706020507" pitchFamily="18" charset="2"/>
              <a:buChar char=""/>
            </a:pPr>
            <a:r>
              <a:rPr lang="en-US" sz="1600" cap="none" dirty="0">
                <a:effectLst/>
                <a:latin typeface="Times New Roman" panose="02020603050405020304" pitchFamily="18" charset="0"/>
                <a:ea typeface="Times New Roman" panose="02020603050405020304" pitchFamily="18" charset="0"/>
              </a:rPr>
              <a:t>Service management:</a:t>
            </a:r>
            <a:endParaRPr lang="en-GB" sz="1600" cap="none" dirty="0">
              <a:effectLst/>
              <a:latin typeface="Times New Roman" panose="02020603050405020304" pitchFamily="18" charset="0"/>
              <a:ea typeface="Times New Roman" panose="02020603050405020304" pitchFamily="18" charset="0"/>
            </a:endParaRPr>
          </a:p>
          <a:p>
            <a:pPr marL="342900" lvl="0" indent="-342900" algn="l">
              <a:lnSpc>
                <a:spcPct val="200000"/>
              </a:lnSpc>
              <a:buFont typeface="Symbol" panose="05050102010706020507" pitchFamily="18" charset="2"/>
              <a:buChar char=""/>
            </a:pPr>
            <a:r>
              <a:rPr lang="en-US" sz="1600" cap="none" dirty="0">
                <a:effectLst/>
                <a:latin typeface="Times New Roman" panose="02020603050405020304" pitchFamily="18" charset="0"/>
                <a:ea typeface="Times New Roman" panose="02020603050405020304" pitchFamily="18" charset="0"/>
              </a:rPr>
              <a:t>Booking management:</a:t>
            </a:r>
            <a:endParaRPr lang="en-GB" sz="1600" cap="none" dirty="0">
              <a:effectLst/>
              <a:latin typeface="Times New Roman" panose="02020603050405020304" pitchFamily="18" charset="0"/>
              <a:ea typeface="Times New Roman" panose="02020603050405020304" pitchFamily="18" charset="0"/>
            </a:endParaRPr>
          </a:p>
          <a:p>
            <a:pPr marL="342900" lvl="0" indent="-342900" algn="l">
              <a:lnSpc>
                <a:spcPct val="200000"/>
              </a:lnSpc>
              <a:buFont typeface="Symbol" panose="05050102010706020507" pitchFamily="18" charset="2"/>
              <a:buChar char=""/>
            </a:pPr>
            <a:r>
              <a:rPr lang="en-US" sz="1600" cap="none" dirty="0">
                <a:effectLst/>
                <a:latin typeface="Times New Roman" panose="02020603050405020304" pitchFamily="18" charset="0"/>
                <a:ea typeface="Times New Roman" panose="02020603050405020304" pitchFamily="18" charset="0"/>
              </a:rPr>
              <a:t>Inventory management:</a:t>
            </a:r>
            <a:endParaRPr lang="en-GB" sz="1600" cap="none" dirty="0">
              <a:effectLst/>
              <a:latin typeface="Times New Roman" panose="02020603050405020304" pitchFamily="18" charset="0"/>
              <a:ea typeface="Times New Roman" panose="02020603050405020304" pitchFamily="18" charset="0"/>
            </a:endParaRPr>
          </a:p>
          <a:p>
            <a:pPr marL="342900" lvl="0" indent="-342900" algn="l">
              <a:lnSpc>
                <a:spcPct val="200000"/>
              </a:lnSpc>
              <a:buFont typeface="Symbol" panose="05050102010706020507" pitchFamily="18" charset="2"/>
              <a:buChar char=""/>
            </a:pPr>
            <a:r>
              <a:rPr lang="en-US" sz="1600" cap="none" dirty="0">
                <a:effectLst/>
                <a:latin typeface="Times New Roman" panose="02020603050405020304" pitchFamily="18" charset="0"/>
                <a:ea typeface="Times New Roman" panose="02020603050405020304" pitchFamily="18" charset="0"/>
              </a:rPr>
              <a:t>Financial management:</a:t>
            </a:r>
            <a:endParaRPr lang="en-GB" sz="1600" cap="none" dirty="0">
              <a:effectLst/>
              <a:latin typeface="Times New Roman" panose="02020603050405020304" pitchFamily="18" charset="0"/>
              <a:ea typeface="Times New Roman" panose="02020603050405020304" pitchFamily="18" charset="0"/>
            </a:endParaRPr>
          </a:p>
          <a:p>
            <a:pPr marL="342900" lvl="0" indent="-342900" algn="l">
              <a:lnSpc>
                <a:spcPct val="200000"/>
              </a:lnSpc>
              <a:buFont typeface="Symbol" panose="05050102010706020507" pitchFamily="18" charset="2"/>
              <a:buChar char=""/>
            </a:pPr>
            <a:r>
              <a:rPr lang="en-US" sz="1600" cap="none" dirty="0">
                <a:effectLst/>
                <a:latin typeface="Times New Roman" panose="02020603050405020304" pitchFamily="18" charset="0"/>
                <a:ea typeface="Times New Roman" panose="02020603050405020304" pitchFamily="18" charset="0"/>
              </a:rPr>
              <a:t>Customer management:</a:t>
            </a:r>
            <a:endParaRPr lang="en-GB" sz="1600" cap="none" dirty="0">
              <a:effectLst/>
              <a:latin typeface="Times New Roman" panose="02020603050405020304" pitchFamily="18" charset="0"/>
              <a:ea typeface="Times New Roman" panose="02020603050405020304" pitchFamily="18" charset="0"/>
            </a:endParaRPr>
          </a:p>
          <a:p>
            <a:pPr marL="342900" lvl="0" indent="-342900" algn="l">
              <a:lnSpc>
                <a:spcPct val="200000"/>
              </a:lnSpc>
              <a:buFont typeface="Symbol" panose="05050102010706020507" pitchFamily="18" charset="2"/>
              <a:buChar char=""/>
            </a:pPr>
            <a:r>
              <a:rPr lang="en-US" sz="1600" cap="none" dirty="0">
                <a:effectLst/>
                <a:latin typeface="Times New Roman" panose="02020603050405020304" pitchFamily="18" charset="0"/>
                <a:ea typeface="Times New Roman" panose="02020603050405020304" pitchFamily="18" charset="0"/>
              </a:rPr>
              <a:t>Reporting:</a:t>
            </a:r>
            <a:endParaRPr lang="en-GB" sz="1600" cap="none" dirty="0">
              <a:effectLst/>
              <a:latin typeface="Times New Roman" panose="02020603050405020304" pitchFamily="18" charset="0"/>
              <a:ea typeface="Times New Roman" panose="02020603050405020304" pitchFamily="18" charset="0"/>
            </a:endParaRPr>
          </a:p>
          <a:p>
            <a:pPr marL="342900" lvl="0" indent="-342900" algn="l">
              <a:lnSpc>
                <a:spcPct val="200000"/>
              </a:lnSpc>
              <a:buFont typeface="Symbol" panose="05050102010706020507" pitchFamily="18" charset="2"/>
              <a:buChar char=""/>
            </a:pPr>
            <a:r>
              <a:rPr lang="en-US" sz="1600" cap="none" dirty="0">
                <a:effectLst/>
                <a:latin typeface="Times New Roman" panose="02020603050405020304" pitchFamily="18" charset="0"/>
                <a:ea typeface="Times New Roman" panose="02020603050405020304" pitchFamily="18" charset="0"/>
              </a:rPr>
              <a:t>Marketing tools:</a:t>
            </a:r>
            <a:endParaRPr lang="en-GB" sz="1600" cap="none"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5824741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294163"/>
            <a:ext cx="12192000" cy="705392"/>
          </a:xfrm>
        </p:spPr>
        <p:txBody>
          <a:bodyPr>
            <a:normAutofit fontScale="90000"/>
          </a:bodyPr>
          <a:lstStyle/>
          <a:p>
            <a:pPr>
              <a:lnSpc>
                <a:spcPct val="150000"/>
              </a:lnSpc>
            </a:pPr>
            <a:r>
              <a:rPr lang="en-US" cap="none" dirty="0">
                <a:latin typeface="Cambria" panose="02040503050406030204" pitchFamily="18" charset="0"/>
                <a:ea typeface="Cambria" panose="02040503050406030204" pitchFamily="18" charset="0"/>
              </a:rPr>
              <a:t>Architecture Diagram</a:t>
            </a:r>
          </a:p>
        </p:txBody>
      </p:sp>
      <p:pic>
        <p:nvPicPr>
          <p:cNvPr id="26626" name="Picture 2">
            <a:extLst>
              <a:ext uri="{FF2B5EF4-FFF2-40B4-BE49-F238E27FC236}">
                <a16:creationId xmlns:a16="http://schemas.microsoft.com/office/drawing/2014/main" id="{C5693058-D465-415A-B839-EC00C091462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56887" y="1014965"/>
            <a:ext cx="5078225" cy="55488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17851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6754" y="783773"/>
            <a:ext cx="12192000" cy="705392"/>
          </a:xfrm>
        </p:spPr>
        <p:txBody>
          <a:bodyPr>
            <a:normAutofit fontScale="90000"/>
          </a:bodyPr>
          <a:lstStyle/>
          <a:p>
            <a:pPr>
              <a:lnSpc>
                <a:spcPct val="150000"/>
              </a:lnSpc>
            </a:pPr>
            <a:r>
              <a:rPr lang="en-US" cap="none" dirty="0">
                <a:latin typeface="Cambria" panose="02040503050406030204" pitchFamily="18" charset="0"/>
                <a:ea typeface="Cambria" panose="02040503050406030204" pitchFamily="18" charset="0"/>
              </a:rPr>
              <a:t>Project Schedule</a:t>
            </a:r>
          </a:p>
        </p:txBody>
      </p:sp>
      <p:sp>
        <p:nvSpPr>
          <p:cNvPr id="3" name="Rectangle 2">
            <a:extLst>
              <a:ext uri="{FF2B5EF4-FFF2-40B4-BE49-F238E27FC236}">
                <a16:creationId xmlns:a16="http://schemas.microsoft.com/office/drawing/2014/main" id="{7731A6DF-98D8-41B2-AFD4-BCC0CA33E8FD}"/>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graphicFrame>
        <p:nvGraphicFramePr>
          <p:cNvPr id="4" name="Object 3">
            <a:extLst>
              <a:ext uri="{FF2B5EF4-FFF2-40B4-BE49-F238E27FC236}">
                <a16:creationId xmlns:a16="http://schemas.microsoft.com/office/drawing/2014/main" id="{21E0F388-B875-4928-8CD8-7E149AC57F41}"/>
              </a:ext>
            </a:extLst>
          </p:cNvPr>
          <p:cNvGraphicFramePr>
            <a:graphicFrameLocks noChangeAspect="1"/>
          </p:cNvGraphicFramePr>
          <p:nvPr>
            <p:extLst>
              <p:ext uri="{D42A27DB-BD31-4B8C-83A1-F6EECF244321}">
                <p14:modId xmlns:p14="http://schemas.microsoft.com/office/powerpoint/2010/main" val="418740330"/>
              </p:ext>
            </p:extLst>
          </p:nvPr>
        </p:nvGraphicFramePr>
        <p:xfrm>
          <a:off x="1891681" y="1761565"/>
          <a:ext cx="8095129" cy="4521838"/>
        </p:xfrm>
        <a:graphic>
          <a:graphicData uri="http://schemas.openxmlformats.org/presentationml/2006/ole">
            <mc:AlternateContent xmlns:mc="http://schemas.openxmlformats.org/markup-compatibility/2006">
              <mc:Choice xmlns:v="urn:schemas-microsoft-com:vml" Requires="v">
                <p:oleObj spid="_x0000_s27657" name="Visio" r:id="rId3" imgW="10887004" imgH="6086398" progId="Visio.Drawing.15">
                  <p:embed/>
                </p:oleObj>
              </mc:Choice>
              <mc:Fallback>
                <p:oleObj name="Visio" r:id="rId3" imgW="10887004" imgH="6086398" progId="Visio.Drawing.15">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91681" y="1761565"/>
                        <a:ext cx="8095129" cy="4521838"/>
                      </a:xfrm>
                      <a:prstGeom prst="rect">
                        <a:avLst/>
                      </a:prstGeom>
                      <a:noFill/>
                    </p:spPr>
                  </p:pic>
                </p:oleObj>
              </mc:Fallback>
            </mc:AlternateContent>
          </a:graphicData>
        </a:graphic>
      </p:graphicFrame>
    </p:spTree>
    <p:extLst>
      <p:ext uri="{BB962C8B-B14F-4D97-AF65-F5344CB8AC3E}">
        <p14:creationId xmlns:p14="http://schemas.microsoft.com/office/powerpoint/2010/main" val="9717594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0628" y="169818"/>
            <a:ext cx="12192000" cy="625926"/>
          </a:xfrm>
        </p:spPr>
        <p:txBody>
          <a:bodyPr>
            <a:normAutofit fontScale="90000"/>
          </a:bodyPr>
          <a:lstStyle/>
          <a:p>
            <a:pPr>
              <a:lnSpc>
                <a:spcPct val="150000"/>
              </a:lnSpc>
            </a:pPr>
            <a:r>
              <a:rPr lang="en-US" cap="none" dirty="0">
                <a:latin typeface="Cambria" panose="02040503050406030204" pitchFamily="18" charset="0"/>
                <a:ea typeface="Cambria" panose="02040503050406030204" pitchFamily="18" charset="0"/>
              </a:rPr>
              <a:t>Sequence Diagram</a:t>
            </a:r>
          </a:p>
        </p:txBody>
      </p:sp>
      <p:sp>
        <p:nvSpPr>
          <p:cNvPr id="3" name="Rectangle 2"/>
          <p:cNvSpPr>
            <a:spLocks noChangeArrowheads="1"/>
          </p:cNvSpPr>
          <p:nvPr/>
        </p:nvSpPr>
        <p:spPr bwMode="auto">
          <a:xfrm>
            <a:off x="3017520" y="14097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6" name="Title 1"/>
          <p:cNvSpPr txBox="1">
            <a:spLocks/>
          </p:cNvSpPr>
          <p:nvPr/>
        </p:nvSpPr>
        <p:spPr>
          <a:xfrm>
            <a:off x="-130628" y="666208"/>
            <a:ext cx="12192000" cy="625926"/>
          </a:xfrm>
          <a:prstGeom prst="rect">
            <a:avLst/>
          </a:prstGeom>
        </p:spPr>
        <p:txBody>
          <a:bodyPr vert="horz" lIns="91440" tIns="45720" rIns="91440" bIns="45720" rtlCol="0" anchor="b">
            <a:normAutofit fontScale="52500" lnSpcReduction="20000"/>
          </a:bodyPr>
          <a:lstStyle>
            <a:lvl1pPr algn="ctr" defTabSz="914400" rtl="0" eaLnBrk="1" latinLnBrk="0" hangingPunct="1">
              <a:lnSpc>
                <a:spcPct val="90000"/>
              </a:lnSpc>
              <a:spcBef>
                <a:spcPct val="0"/>
              </a:spcBef>
              <a:buNone/>
              <a:defRPr sz="4800" kern="1200" cap="all" baseline="0">
                <a:solidFill>
                  <a:schemeClr val="tx1"/>
                </a:solidFill>
                <a:effectLst/>
                <a:latin typeface="+mj-lt"/>
                <a:ea typeface="+mj-ea"/>
                <a:cs typeface="+mj-cs"/>
              </a:defRPr>
            </a:lvl1pPr>
          </a:lstStyle>
          <a:p>
            <a:pPr>
              <a:lnSpc>
                <a:spcPct val="150000"/>
              </a:lnSpc>
            </a:pPr>
            <a:r>
              <a:rPr lang="en-US" cap="none" dirty="0">
                <a:latin typeface="Cambria" panose="02040503050406030204" pitchFamily="18" charset="0"/>
                <a:ea typeface="Cambria" panose="02040503050406030204" pitchFamily="18" charset="0"/>
              </a:rPr>
              <a:t>Login</a:t>
            </a:r>
          </a:p>
        </p:txBody>
      </p:sp>
      <p:sp>
        <p:nvSpPr>
          <p:cNvPr id="5" name="Rectangle 9">
            <a:extLst>
              <a:ext uri="{FF2B5EF4-FFF2-40B4-BE49-F238E27FC236}">
                <a16:creationId xmlns:a16="http://schemas.microsoft.com/office/drawing/2014/main" id="{6658C6C0-3EA6-43AB-B7D8-A7D5115BD3C5}"/>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dirty="0"/>
          </a:p>
        </p:txBody>
      </p:sp>
      <p:sp>
        <p:nvSpPr>
          <p:cNvPr id="4" name="Rectangle 15">
            <a:extLst>
              <a:ext uri="{FF2B5EF4-FFF2-40B4-BE49-F238E27FC236}">
                <a16:creationId xmlns:a16="http://schemas.microsoft.com/office/drawing/2014/main" id="{B16580F8-AAEC-4262-91CE-627D04AFF223}"/>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sp>
        <p:nvSpPr>
          <p:cNvPr id="7" name="Rectangle 23">
            <a:extLst>
              <a:ext uri="{FF2B5EF4-FFF2-40B4-BE49-F238E27FC236}">
                <a16:creationId xmlns:a16="http://schemas.microsoft.com/office/drawing/2014/main" id="{CCE870B4-F083-4BBE-BD3F-94AAFDE37EB1}"/>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graphicFrame>
        <p:nvGraphicFramePr>
          <p:cNvPr id="9" name="Object 8">
            <a:extLst>
              <a:ext uri="{FF2B5EF4-FFF2-40B4-BE49-F238E27FC236}">
                <a16:creationId xmlns:a16="http://schemas.microsoft.com/office/drawing/2014/main" id="{9E1F82A9-AD85-43DB-B5A0-57450C7A6FB1}"/>
              </a:ext>
            </a:extLst>
          </p:cNvPr>
          <p:cNvGraphicFramePr>
            <a:graphicFrameLocks noChangeAspect="1"/>
          </p:cNvGraphicFramePr>
          <p:nvPr>
            <p:extLst>
              <p:ext uri="{D42A27DB-BD31-4B8C-83A1-F6EECF244321}">
                <p14:modId xmlns:p14="http://schemas.microsoft.com/office/powerpoint/2010/main" val="820534743"/>
              </p:ext>
            </p:extLst>
          </p:nvPr>
        </p:nvGraphicFramePr>
        <p:xfrm>
          <a:off x="3284084" y="1355912"/>
          <a:ext cx="5362575" cy="5448300"/>
        </p:xfrm>
        <a:graphic>
          <a:graphicData uri="http://schemas.openxmlformats.org/presentationml/2006/ole">
            <mc:AlternateContent xmlns:mc="http://schemas.openxmlformats.org/markup-compatibility/2006">
              <mc:Choice xmlns:v="urn:schemas-microsoft-com:vml" Requires="v">
                <p:oleObj spid="_x0000_s4126" name="Visio" r:id="rId3" imgW="5410218" imgH="5495876" progId="Visio.Drawing.15">
                  <p:embed/>
                </p:oleObj>
              </mc:Choice>
              <mc:Fallback>
                <p:oleObj name="Visio" r:id="rId3" imgW="5410218" imgH="5495876" progId="Visio.Drawing.15">
                  <p:embed/>
                  <p:pic>
                    <p:nvPicPr>
                      <p:cNvPr id="0" name="Object 2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84084" y="1355912"/>
                        <a:ext cx="5362575" cy="5448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1786448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0628" y="169818"/>
            <a:ext cx="12192000" cy="625926"/>
          </a:xfrm>
        </p:spPr>
        <p:txBody>
          <a:bodyPr>
            <a:normAutofit fontScale="90000"/>
          </a:bodyPr>
          <a:lstStyle/>
          <a:p>
            <a:pPr>
              <a:lnSpc>
                <a:spcPct val="150000"/>
              </a:lnSpc>
            </a:pPr>
            <a:r>
              <a:rPr lang="en-US" cap="none" dirty="0">
                <a:latin typeface="Cambria" panose="02040503050406030204" pitchFamily="18" charset="0"/>
                <a:ea typeface="Cambria" panose="02040503050406030204" pitchFamily="18" charset="0"/>
              </a:rPr>
              <a:t>Sequence Diagram</a:t>
            </a:r>
          </a:p>
        </p:txBody>
      </p:sp>
      <p:sp>
        <p:nvSpPr>
          <p:cNvPr id="3" name="Rectangle 2"/>
          <p:cNvSpPr>
            <a:spLocks noChangeArrowheads="1"/>
          </p:cNvSpPr>
          <p:nvPr/>
        </p:nvSpPr>
        <p:spPr bwMode="auto">
          <a:xfrm>
            <a:off x="3017520" y="14097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6" name="Title 1"/>
          <p:cNvSpPr txBox="1">
            <a:spLocks/>
          </p:cNvSpPr>
          <p:nvPr/>
        </p:nvSpPr>
        <p:spPr>
          <a:xfrm>
            <a:off x="-130628" y="666208"/>
            <a:ext cx="12192000" cy="625926"/>
          </a:xfrm>
          <a:prstGeom prst="rect">
            <a:avLst/>
          </a:prstGeom>
        </p:spPr>
        <p:txBody>
          <a:bodyPr vert="horz" lIns="91440" tIns="45720" rIns="91440" bIns="45720" rtlCol="0" anchor="b">
            <a:normAutofit fontScale="52500" lnSpcReduction="20000"/>
          </a:bodyPr>
          <a:lstStyle>
            <a:lvl1pPr algn="ctr" defTabSz="914400" rtl="0" eaLnBrk="1" latinLnBrk="0" hangingPunct="1">
              <a:lnSpc>
                <a:spcPct val="90000"/>
              </a:lnSpc>
              <a:spcBef>
                <a:spcPct val="0"/>
              </a:spcBef>
              <a:buNone/>
              <a:defRPr sz="4800" kern="1200" cap="all" baseline="0">
                <a:solidFill>
                  <a:schemeClr val="tx1"/>
                </a:solidFill>
                <a:effectLst/>
                <a:latin typeface="+mj-lt"/>
                <a:ea typeface="+mj-ea"/>
                <a:cs typeface="+mj-cs"/>
              </a:defRPr>
            </a:lvl1pPr>
          </a:lstStyle>
          <a:p>
            <a:pPr>
              <a:lnSpc>
                <a:spcPct val="150000"/>
              </a:lnSpc>
            </a:pPr>
            <a:r>
              <a:rPr lang="en-US" cap="none" dirty="0">
                <a:latin typeface="Cambria" panose="02040503050406030204" pitchFamily="18" charset="0"/>
                <a:ea typeface="Cambria" panose="02040503050406030204" pitchFamily="18" charset="0"/>
              </a:rPr>
              <a:t>Register</a:t>
            </a:r>
          </a:p>
        </p:txBody>
      </p:sp>
      <p:sp>
        <p:nvSpPr>
          <p:cNvPr id="5" name="Rectangle 2"/>
          <p:cNvSpPr>
            <a:spLocks noChangeArrowheads="1"/>
          </p:cNvSpPr>
          <p:nvPr/>
        </p:nvSpPr>
        <p:spPr bwMode="auto">
          <a:xfrm>
            <a:off x="3017520" y="14097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4" name="Rectangle 9">
            <a:extLst>
              <a:ext uri="{FF2B5EF4-FFF2-40B4-BE49-F238E27FC236}">
                <a16:creationId xmlns:a16="http://schemas.microsoft.com/office/drawing/2014/main" id="{04A54DBE-3A13-4F06-ADD3-4566A49B2108}"/>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dirty="0"/>
          </a:p>
        </p:txBody>
      </p:sp>
      <p:sp>
        <p:nvSpPr>
          <p:cNvPr id="7" name="Rectangle 15">
            <a:extLst>
              <a:ext uri="{FF2B5EF4-FFF2-40B4-BE49-F238E27FC236}">
                <a16:creationId xmlns:a16="http://schemas.microsoft.com/office/drawing/2014/main" id="{DF968F8B-2CE4-4BF1-B3CF-B519C683ED95}"/>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sp>
        <p:nvSpPr>
          <p:cNvPr id="8" name="Rectangle 23">
            <a:extLst>
              <a:ext uri="{FF2B5EF4-FFF2-40B4-BE49-F238E27FC236}">
                <a16:creationId xmlns:a16="http://schemas.microsoft.com/office/drawing/2014/main" id="{887C2A97-058E-42E9-B5B7-965A2CB363FF}"/>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graphicFrame>
        <p:nvGraphicFramePr>
          <p:cNvPr id="10" name="Object 9">
            <a:extLst>
              <a:ext uri="{FF2B5EF4-FFF2-40B4-BE49-F238E27FC236}">
                <a16:creationId xmlns:a16="http://schemas.microsoft.com/office/drawing/2014/main" id="{FF0FF65E-A68E-46EE-A80D-2626F559619B}"/>
              </a:ext>
            </a:extLst>
          </p:cNvPr>
          <p:cNvGraphicFramePr>
            <a:graphicFrameLocks noChangeAspect="1"/>
          </p:cNvGraphicFramePr>
          <p:nvPr>
            <p:extLst>
              <p:ext uri="{D42A27DB-BD31-4B8C-83A1-F6EECF244321}">
                <p14:modId xmlns:p14="http://schemas.microsoft.com/office/powerpoint/2010/main" val="3012853841"/>
              </p:ext>
            </p:extLst>
          </p:nvPr>
        </p:nvGraphicFramePr>
        <p:xfrm>
          <a:off x="2728440" y="1153982"/>
          <a:ext cx="6735119" cy="3888663"/>
        </p:xfrm>
        <a:graphic>
          <a:graphicData uri="http://schemas.openxmlformats.org/presentationml/2006/ole">
            <mc:AlternateContent xmlns:mc="http://schemas.openxmlformats.org/markup-compatibility/2006">
              <mc:Choice xmlns:v="urn:schemas-microsoft-com:vml" Requires="v">
                <p:oleObj spid="_x0000_s8222" name="Visio" r:id="rId3" imgW="6553232" imgH="3781541" progId="Visio.Drawing.15">
                  <p:embed/>
                </p:oleObj>
              </mc:Choice>
              <mc:Fallback>
                <p:oleObj name="Visio" r:id="rId3" imgW="6553232" imgH="3781541" progId="Visio.Drawing.15">
                  <p:embed/>
                  <p:pic>
                    <p:nvPicPr>
                      <p:cNvPr id="0" name="Object 2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28440" y="1153982"/>
                        <a:ext cx="6735119" cy="3888663"/>
                      </a:xfrm>
                      <a:prstGeom prst="rect">
                        <a:avLst/>
                      </a:prstGeom>
                      <a:noFill/>
                    </p:spPr>
                  </p:pic>
                </p:oleObj>
              </mc:Fallback>
            </mc:AlternateContent>
          </a:graphicData>
        </a:graphic>
      </p:graphicFrame>
    </p:spTree>
    <p:extLst>
      <p:ext uri="{BB962C8B-B14F-4D97-AF65-F5344CB8AC3E}">
        <p14:creationId xmlns:p14="http://schemas.microsoft.com/office/powerpoint/2010/main" val="158568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0628" y="169818"/>
            <a:ext cx="12192000" cy="625926"/>
          </a:xfrm>
        </p:spPr>
        <p:txBody>
          <a:bodyPr>
            <a:normAutofit fontScale="90000"/>
          </a:bodyPr>
          <a:lstStyle/>
          <a:p>
            <a:pPr>
              <a:lnSpc>
                <a:spcPct val="150000"/>
              </a:lnSpc>
            </a:pPr>
            <a:r>
              <a:rPr lang="en-US" cap="none" dirty="0">
                <a:latin typeface="Cambria" panose="02040503050406030204" pitchFamily="18" charset="0"/>
                <a:ea typeface="Cambria" panose="02040503050406030204" pitchFamily="18" charset="0"/>
              </a:rPr>
              <a:t>Sequence Diagram</a:t>
            </a:r>
          </a:p>
        </p:txBody>
      </p:sp>
      <p:sp>
        <p:nvSpPr>
          <p:cNvPr id="3" name="Rectangle 2"/>
          <p:cNvSpPr>
            <a:spLocks noChangeArrowheads="1"/>
          </p:cNvSpPr>
          <p:nvPr/>
        </p:nvSpPr>
        <p:spPr bwMode="auto">
          <a:xfrm>
            <a:off x="3017520" y="14097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6" name="Title 1"/>
          <p:cNvSpPr txBox="1">
            <a:spLocks/>
          </p:cNvSpPr>
          <p:nvPr/>
        </p:nvSpPr>
        <p:spPr>
          <a:xfrm>
            <a:off x="-130628" y="666208"/>
            <a:ext cx="12192000" cy="625926"/>
          </a:xfrm>
          <a:prstGeom prst="rect">
            <a:avLst/>
          </a:prstGeom>
        </p:spPr>
        <p:txBody>
          <a:bodyPr vert="horz" lIns="91440" tIns="45720" rIns="91440" bIns="45720" rtlCol="0" anchor="b">
            <a:normAutofit fontScale="52500" lnSpcReduction="20000"/>
          </a:bodyPr>
          <a:lstStyle>
            <a:lvl1pPr algn="ctr" defTabSz="914400" rtl="0" eaLnBrk="1" latinLnBrk="0" hangingPunct="1">
              <a:lnSpc>
                <a:spcPct val="90000"/>
              </a:lnSpc>
              <a:spcBef>
                <a:spcPct val="0"/>
              </a:spcBef>
              <a:buNone/>
              <a:defRPr sz="4800" kern="1200" cap="all" baseline="0">
                <a:solidFill>
                  <a:schemeClr val="tx1"/>
                </a:solidFill>
                <a:effectLst/>
                <a:latin typeface="+mj-lt"/>
                <a:ea typeface="+mj-ea"/>
                <a:cs typeface="+mj-cs"/>
              </a:defRPr>
            </a:lvl1pPr>
          </a:lstStyle>
          <a:p>
            <a:pPr>
              <a:lnSpc>
                <a:spcPct val="150000"/>
              </a:lnSpc>
            </a:pPr>
            <a:r>
              <a:rPr lang="en-US" cap="none" dirty="0">
                <a:latin typeface="Cambria" panose="02040503050406030204" pitchFamily="18" charset="0"/>
                <a:ea typeface="Cambria" panose="02040503050406030204" pitchFamily="18" charset="0"/>
              </a:rPr>
              <a:t>Manage User</a:t>
            </a:r>
          </a:p>
        </p:txBody>
      </p:sp>
      <p:sp>
        <p:nvSpPr>
          <p:cNvPr id="5" name="Rectangle 2"/>
          <p:cNvSpPr>
            <a:spLocks noChangeArrowheads="1"/>
          </p:cNvSpPr>
          <p:nvPr/>
        </p:nvSpPr>
        <p:spPr bwMode="auto">
          <a:xfrm>
            <a:off x="3017520" y="14097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4" name="Rectangle 2"/>
          <p:cNvSpPr>
            <a:spLocks noChangeArrowheads="1"/>
          </p:cNvSpPr>
          <p:nvPr/>
        </p:nvSpPr>
        <p:spPr bwMode="auto">
          <a:xfrm>
            <a:off x="2769326" y="14097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7" name="Rectangle 9">
            <a:extLst>
              <a:ext uri="{FF2B5EF4-FFF2-40B4-BE49-F238E27FC236}">
                <a16:creationId xmlns:a16="http://schemas.microsoft.com/office/drawing/2014/main" id="{5B17E5C1-DD15-49B6-9301-3030A820BC74}"/>
              </a:ext>
            </a:extLst>
          </p:cNvPr>
          <p:cNvSpPr>
            <a:spLocks noChangeArrowheads="1"/>
          </p:cNvSpPr>
          <p:nvPr/>
        </p:nvSpPr>
        <p:spPr bwMode="auto">
          <a:xfrm>
            <a:off x="2521132" y="1292134"/>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dirty="0"/>
          </a:p>
        </p:txBody>
      </p:sp>
      <p:sp>
        <p:nvSpPr>
          <p:cNvPr id="8" name="Rectangle 15">
            <a:extLst>
              <a:ext uri="{FF2B5EF4-FFF2-40B4-BE49-F238E27FC236}">
                <a16:creationId xmlns:a16="http://schemas.microsoft.com/office/drawing/2014/main" id="{939AFFCB-CF6C-460C-9803-694F3E07396E}"/>
              </a:ext>
            </a:extLst>
          </p:cNvPr>
          <p:cNvSpPr>
            <a:spLocks noChangeArrowheads="1"/>
          </p:cNvSpPr>
          <p:nvPr/>
        </p:nvSpPr>
        <p:spPr bwMode="auto">
          <a:xfrm>
            <a:off x="2769326" y="1292134"/>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sp>
        <p:nvSpPr>
          <p:cNvPr id="9" name="Rectangle 23">
            <a:extLst>
              <a:ext uri="{FF2B5EF4-FFF2-40B4-BE49-F238E27FC236}">
                <a16:creationId xmlns:a16="http://schemas.microsoft.com/office/drawing/2014/main" id="{9E1CAF49-24CA-43C0-B0D0-399719CAE41E}"/>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graphicFrame>
        <p:nvGraphicFramePr>
          <p:cNvPr id="11" name="Object 10">
            <a:extLst>
              <a:ext uri="{FF2B5EF4-FFF2-40B4-BE49-F238E27FC236}">
                <a16:creationId xmlns:a16="http://schemas.microsoft.com/office/drawing/2014/main" id="{C9A611A9-CEA8-43EC-8C4B-DC53097ED75D}"/>
              </a:ext>
            </a:extLst>
          </p:cNvPr>
          <p:cNvGraphicFramePr>
            <a:graphicFrameLocks noChangeAspect="1"/>
          </p:cNvGraphicFramePr>
          <p:nvPr>
            <p:extLst>
              <p:ext uri="{D42A27DB-BD31-4B8C-83A1-F6EECF244321}">
                <p14:modId xmlns:p14="http://schemas.microsoft.com/office/powerpoint/2010/main" val="561078415"/>
              </p:ext>
            </p:extLst>
          </p:nvPr>
        </p:nvGraphicFramePr>
        <p:xfrm>
          <a:off x="2770991" y="1292134"/>
          <a:ext cx="6279776" cy="5188609"/>
        </p:xfrm>
        <a:graphic>
          <a:graphicData uri="http://schemas.openxmlformats.org/presentationml/2006/ole">
            <mc:AlternateContent xmlns:mc="http://schemas.openxmlformats.org/markup-compatibility/2006">
              <mc:Choice xmlns:v="urn:schemas-microsoft-com:vml" Requires="v">
                <p:oleObj spid="_x0000_s9247" name="Visio" r:id="rId3" imgW="5752895" imgH="4752985" progId="Visio.Drawing.15">
                  <p:embed/>
                </p:oleObj>
              </mc:Choice>
              <mc:Fallback>
                <p:oleObj name="Visio" r:id="rId3" imgW="5752895" imgH="4752985" progId="Visio.Drawing.15">
                  <p:embed/>
                  <p:pic>
                    <p:nvPicPr>
                      <p:cNvPr id="0" name="Object 2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70991" y="1292134"/>
                        <a:ext cx="6279776" cy="5188609"/>
                      </a:xfrm>
                      <a:prstGeom prst="rect">
                        <a:avLst/>
                      </a:prstGeom>
                      <a:noFill/>
                    </p:spPr>
                  </p:pic>
                </p:oleObj>
              </mc:Fallback>
            </mc:AlternateContent>
          </a:graphicData>
        </a:graphic>
      </p:graphicFrame>
    </p:spTree>
    <p:extLst>
      <p:ext uri="{BB962C8B-B14F-4D97-AF65-F5344CB8AC3E}">
        <p14:creationId xmlns:p14="http://schemas.microsoft.com/office/powerpoint/2010/main" val="8880694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0628" y="169818"/>
            <a:ext cx="12192000" cy="625926"/>
          </a:xfrm>
        </p:spPr>
        <p:txBody>
          <a:bodyPr>
            <a:normAutofit fontScale="90000"/>
          </a:bodyPr>
          <a:lstStyle/>
          <a:p>
            <a:pPr>
              <a:lnSpc>
                <a:spcPct val="150000"/>
              </a:lnSpc>
            </a:pPr>
            <a:r>
              <a:rPr lang="en-US" cap="none" dirty="0">
                <a:latin typeface="Cambria" panose="02040503050406030204" pitchFamily="18" charset="0"/>
                <a:ea typeface="Cambria" panose="02040503050406030204" pitchFamily="18" charset="0"/>
              </a:rPr>
              <a:t>Sequence Diagram</a:t>
            </a:r>
          </a:p>
        </p:txBody>
      </p:sp>
      <p:sp>
        <p:nvSpPr>
          <p:cNvPr id="3" name="Rectangle 2"/>
          <p:cNvSpPr>
            <a:spLocks noChangeArrowheads="1"/>
          </p:cNvSpPr>
          <p:nvPr/>
        </p:nvSpPr>
        <p:spPr bwMode="auto">
          <a:xfrm>
            <a:off x="3017520" y="14097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6" name="Title 1"/>
          <p:cNvSpPr txBox="1">
            <a:spLocks/>
          </p:cNvSpPr>
          <p:nvPr/>
        </p:nvSpPr>
        <p:spPr>
          <a:xfrm>
            <a:off x="-130628" y="666208"/>
            <a:ext cx="12192000" cy="625926"/>
          </a:xfrm>
          <a:prstGeom prst="rect">
            <a:avLst/>
          </a:prstGeom>
        </p:spPr>
        <p:txBody>
          <a:bodyPr vert="horz" lIns="91440" tIns="45720" rIns="91440" bIns="45720" rtlCol="0" anchor="b">
            <a:normAutofit fontScale="52500" lnSpcReduction="20000"/>
          </a:bodyPr>
          <a:lstStyle>
            <a:lvl1pPr algn="ctr" defTabSz="914400" rtl="0" eaLnBrk="1" latinLnBrk="0" hangingPunct="1">
              <a:lnSpc>
                <a:spcPct val="90000"/>
              </a:lnSpc>
              <a:spcBef>
                <a:spcPct val="0"/>
              </a:spcBef>
              <a:buNone/>
              <a:defRPr sz="4800" kern="1200" cap="all" baseline="0">
                <a:solidFill>
                  <a:schemeClr val="tx1"/>
                </a:solidFill>
                <a:effectLst/>
                <a:latin typeface="+mj-lt"/>
                <a:ea typeface="+mj-ea"/>
                <a:cs typeface="+mj-cs"/>
              </a:defRPr>
            </a:lvl1pPr>
          </a:lstStyle>
          <a:p>
            <a:pPr>
              <a:lnSpc>
                <a:spcPct val="150000"/>
              </a:lnSpc>
            </a:pPr>
            <a:r>
              <a:rPr lang="en-US" cap="none" dirty="0">
                <a:latin typeface="Cambria" panose="02040503050406030204" pitchFamily="18" charset="0"/>
                <a:ea typeface="Cambria" panose="02040503050406030204" pitchFamily="18" charset="0"/>
              </a:rPr>
              <a:t>Manage Service</a:t>
            </a:r>
          </a:p>
        </p:txBody>
      </p:sp>
      <p:sp>
        <p:nvSpPr>
          <p:cNvPr id="5" name="Rectangle 2"/>
          <p:cNvSpPr>
            <a:spLocks noChangeArrowheads="1"/>
          </p:cNvSpPr>
          <p:nvPr/>
        </p:nvSpPr>
        <p:spPr bwMode="auto">
          <a:xfrm>
            <a:off x="3017520" y="14097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4" name="Rectangle 2"/>
          <p:cNvSpPr>
            <a:spLocks noChangeArrowheads="1"/>
          </p:cNvSpPr>
          <p:nvPr/>
        </p:nvSpPr>
        <p:spPr bwMode="auto">
          <a:xfrm>
            <a:off x="2769326" y="14097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7" name="Rectangle 2"/>
          <p:cNvSpPr>
            <a:spLocks noChangeArrowheads="1"/>
          </p:cNvSpPr>
          <p:nvPr/>
        </p:nvSpPr>
        <p:spPr bwMode="auto">
          <a:xfrm>
            <a:off x="3294528" y="1409700"/>
            <a:ext cx="15377827"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dirty="0"/>
          </a:p>
        </p:txBody>
      </p:sp>
      <p:sp>
        <p:nvSpPr>
          <p:cNvPr id="8" name="Rectangle 9">
            <a:extLst>
              <a:ext uri="{FF2B5EF4-FFF2-40B4-BE49-F238E27FC236}">
                <a16:creationId xmlns:a16="http://schemas.microsoft.com/office/drawing/2014/main" id="{0586C496-A2B7-4B09-AF34-275CC40D0BD1}"/>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dirty="0"/>
          </a:p>
        </p:txBody>
      </p:sp>
      <p:sp>
        <p:nvSpPr>
          <p:cNvPr id="9" name="Rectangle 15">
            <a:extLst>
              <a:ext uri="{FF2B5EF4-FFF2-40B4-BE49-F238E27FC236}">
                <a16:creationId xmlns:a16="http://schemas.microsoft.com/office/drawing/2014/main" id="{07AEB4A1-B35C-4202-9DCD-A84C9BC4555F}"/>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sp>
        <p:nvSpPr>
          <p:cNvPr id="10" name="Rectangle 24">
            <a:extLst>
              <a:ext uri="{FF2B5EF4-FFF2-40B4-BE49-F238E27FC236}">
                <a16:creationId xmlns:a16="http://schemas.microsoft.com/office/drawing/2014/main" id="{BD3380BB-D2BD-4C2E-BA48-295371CB6A06}"/>
              </a:ext>
            </a:extLst>
          </p:cNvPr>
          <p:cNvSpPr>
            <a:spLocks noChangeArrowheads="1"/>
          </p:cNvSpPr>
          <p:nvPr/>
        </p:nvSpPr>
        <p:spPr bwMode="auto">
          <a:xfrm>
            <a:off x="2521132" y="100965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graphicFrame>
        <p:nvGraphicFramePr>
          <p:cNvPr id="12" name="Object 11">
            <a:extLst>
              <a:ext uri="{FF2B5EF4-FFF2-40B4-BE49-F238E27FC236}">
                <a16:creationId xmlns:a16="http://schemas.microsoft.com/office/drawing/2014/main" id="{226EEE5A-6681-4CD0-B4B1-7F681C3C812B}"/>
              </a:ext>
            </a:extLst>
          </p:cNvPr>
          <p:cNvGraphicFramePr>
            <a:graphicFrameLocks noChangeAspect="1"/>
          </p:cNvGraphicFramePr>
          <p:nvPr>
            <p:extLst>
              <p:ext uri="{D42A27DB-BD31-4B8C-83A1-F6EECF244321}">
                <p14:modId xmlns:p14="http://schemas.microsoft.com/office/powerpoint/2010/main" val="1609509060"/>
              </p:ext>
            </p:extLst>
          </p:nvPr>
        </p:nvGraphicFramePr>
        <p:xfrm>
          <a:off x="3147636" y="1223557"/>
          <a:ext cx="5896727" cy="4872118"/>
        </p:xfrm>
        <a:graphic>
          <a:graphicData uri="http://schemas.openxmlformats.org/presentationml/2006/ole">
            <mc:AlternateContent xmlns:mc="http://schemas.openxmlformats.org/markup-compatibility/2006">
              <mc:Choice xmlns:v="urn:schemas-microsoft-com:vml" Requires="v">
                <p:oleObj spid="_x0000_s10271" name="Visio" r:id="rId3" imgW="5752895" imgH="4752985" progId="Visio.Drawing.15">
                  <p:embed/>
                </p:oleObj>
              </mc:Choice>
              <mc:Fallback>
                <p:oleObj name="Visio" r:id="rId3" imgW="5752895" imgH="4752985" progId="Visio.Drawing.15">
                  <p:embed/>
                  <p:pic>
                    <p:nvPicPr>
                      <p:cNvPr id="0" name="Object 2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47636" y="1223557"/>
                        <a:ext cx="5896727" cy="4872118"/>
                      </a:xfrm>
                      <a:prstGeom prst="rect">
                        <a:avLst/>
                      </a:prstGeom>
                      <a:noFill/>
                    </p:spPr>
                  </p:pic>
                </p:oleObj>
              </mc:Fallback>
            </mc:AlternateContent>
          </a:graphicData>
        </a:graphic>
      </p:graphicFrame>
    </p:spTree>
    <p:extLst>
      <p:ext uri="{BB962C8B-B14F-4D97-AF65-F5344CB8AC3E}">
        <p14:creationId xmlns:p14="http://schemas.microsoft.com/office/powerpoint/2010/main" val="10270112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0628" y="169818"/>
            <a:ext cx="12192000" cy="625926"/>
          </a:xfrm>
        </p:spPr>
        <p:txBody>
          <a:bodyPr>
            <a:normAutofit fontScale="90000"/>
          </a:bodyPr>
          <a:lstStyle/>
          <a:p>
            <a:pPr>
              <a:lnSpc>
                <a:spcPct val="150000"/>
              </a:lnSpc>
            </a:pPr>
            <a:r>
              <a:rPr lang="en-US" cap="none" dirty="0">
                <a:latin typeface="Cambria" panose="02040503050406030204" pitchFamily="18" charset="0"/>
                <a:ea typeface="Cambria" panose="02040503050406030204" pitchFamily="18" charset="0"/>
              </a:rPr>
              <a:t>Sequence Diagram</a:t>
            </a:r>
          </a:p>
        </p:txBody>
      </p:sp>
      <p:sp>
        <p:nvSpPr>
          <p:cNvPr id="3" name="Rectangle 2"/>
          <p:cNvSpPr>
            <a:spLocks noChangeArrowheads="1"/>
          </p:cNvSpPr>
          <p:nvPr/>
        </p:nvSpPr>
        <p:spPr bwMode="auto">
          <a:xfrm>
            <a:off x="3017520" y="14097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6" name="Title 1"/>
          <p:cNvSpPr txBox="1">
            <a:spLocks/>
          </p:cNvSpPr>
          <p:nvPr/>
        </p:nvSpPr>
        <p:spPr>
          <a:xfrm>
            <a:off x="-130628" y="666208"/>
            <a:ext cx="12192000" cy="625926"/>
          </a:xfrm>
          <a:prstGeom prst="rect">
            <a:avLst/>
          </a:prstGeom>
        </p:spPr>
        <p:txBody>
          <a:bodyPr vert="horz" lIns="91440" tIns="45720" rIns="91440" bIns="45720" rtlCol="0" anchor="b">
            <a:normAutofit fontScale="52500" lnSpcReduction="20000"/>
          </a:bodyPr>
          <a:lstStyle>
            <a:lvl1pPr algn="ctr" defTabSz="914400" rtl="0" eaLnBrk="1" latinLnBrk="0" hangingPunct="1">
              <a:lnSpc>
                <a:spcPct val="90000"/>
              </a:lnSpc>
              <a:spcBef>
                <a:spcPct val="0"/>
              </a:spcBef>
              <a:buNone/>
              <a:defRPr sz="4800" kern="1200" cap="all" baseline="0">
                <a:solidFill>
                  <a:schemeClr val="tx1"/>
                </a:solidFill>
                <a:effectLst/>
                <a:latin typeface="+mj-lt"/>
                <a:ea typeface="+mj-ea"/>
                <a:cs typeface="+mj-cs"/>
              </a:defRPr>
            </a:lvl1pPr>
          </a:lstStyle>
          <a:p>
            <a:pPr>
              <a:lnSpc>
                <a:spcPct val="150000"/>
              </a:lnSpc>
            </a:pPr>
            <a:r>
              <a:rPr lang="en-US" cap="none" dirty="0">
                <a:latin typeface="Cambria" panose="02040503050406030204" pitchFamily="18" charset="0"/>
                <a:ea typeface="Cambria" panose="02040503050406030204" pitchFamily="18" charset="0"/>
              </a:rPr>
              <a:t>Manage Booking</a:t>
            </a:r>
          </a:p>
        </p:txBody>
      </p:sp>
      <p:sp>
        <p:nvSpPr>
          <p:cNvPr id="5" name="Rectangle 2"/>
          <p:cNvSpPr>
            <a:spLocks noChangeArrowheads="1"/>
          </p:cNvSpPr>
          <p:nvPr/>
        </p:nvSpPr>
        <p:spPr bwMode="auto">
          <a:xfrm>
            <a:off x="3017520" y="14097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4" name="Rectangle 2"/>
          <p:cNvSpPr>
            <a:spLocks noChangeArrowheads="1"/>
          </p:cNvSpPr>
          <p:nvPr/>
        </p:nvSpPr>
        <p:spPr bwMode="auto">
          <a:xfrm>
            <a:off x="2769326" y="14097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7" name="Rectangle 2"/>
          <p:cNvSpPr>
            <a:spLocks noChangeArrowheads="1"/>
          </p:cNvSpPr>
          <p:nvPr/>
        </p:nvSpPr>
        <p:spPr bwMode="auto">
          <a:xfrm>
            <a:off x="3294528" y="1409700"/>
            <a:ext cx="15377827"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dirty="0"/>
          </a:p>
        </p:txBody>
      </p:sp>
      <p:sp>
        <p:nvSpPr>
          <p:cNvPr id="8" name="Rectangle 2"/>
          <p:cNvSpPr>
            <a:spLocks noChangeArrowheads="1"/>
          </p:cNvSpPr>
          <p:nvPr/>
        </p:nvSpPr>
        <p:spPr bwMode="auto">
          <a:xfrm>
            <a:off x="3200400" y="1292134"/>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9" name="Rectangle 9">
            <a:extLst>
              <a:ext uri="{FF2B5EF4-FFF2-40B4-BE49-F238E27FC236}">
                <a16:creationId xmlns:a16="http://schemas.microsoft.com/office/drawing/2014/main" id="{450D391D-1018-4447-907E-A3AC214B4438}"/>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dirty="0"/>
          </a:p>
        </p:txBody>
      </p:sp>
      <p:sp>
        <p:nvSpPr>
          <p:cNvPr id="10" name="Rectangle 15">
            <a:extLst>
              <a:ext uri="{FF2B5EF4-FFF2-40B4-BE49-F238E27FC236}">
                <a16:creationId xmlns:a16="http://schemas.microsoft.com/office/drawing/2014/main" id="{8F92A1F0-67F4-4E61-A582-3CB319A3E023}"/>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sp>
        <p:nvSpPr>
          <p:cNvPr id="11" name="Rectangle 24">
            <a:extLst>
              <a:ext uri="{FF2B5EF4-FFF2-40B4-BE49-F238E27FC236}">
                <a16:creationId xmlns:a16="http://schemas.microsoft.com/office/drawing/2014/main" id="{63E32C02-EB5B-4DB0-876A-73FE9B2C72E5}"/>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graphicFrame>
        <p:nvGraphicFramePr>
          <p:cNvPr id="13" name="Object 12">
            <a:extLst>
              <a:ext uri="{FF2B5EF4-FFF2-40B4-BE49-F238E27FC236}">
                <a16:creationId xmlns:a16="http://schemas.microsoft.com/office/drawing/2014/main" id="{49B80119-A872-4B63-8464-E427475024F2}"/>
              </a:ext>
            </a:extLst>
          </p:cNvPr>
          <p:cNvGraphicFramePr>
            <a:graphicFrameLocks noChangeAspect="1"/>
          </p:cNvGraphicFramePr>
          <p:nvPr>
            <p:extLst>
              <p:ext uri="{D42A27DB-BD31-4B8C-83A1-F6EECF244321}">
                <p14:modId xmlns:p14="http://schemas.microsoft.com/office/powerpoint/2010/main" val="1273805596"/>
              </p:ext>
            </p:extLst>
          </p:nvPr>
        </p:nvGraphicFramePr>
        <p:xfrm>
          <a:off x="2936424" y="1292134"/>
          <a:ext cx="6057896" cy="4038597"/>
        </p:xfrm>
        <a:graphic>
          <a:graphicData uri="http://schemas.openxmlformats.org/presentationml/2006/ole">
            <mc:AlternateContent xmlns:mc="http://schemas.openxmlformats.org/markup-compatibility/2006">
              <mc:Choice xmlns:v="urn:schemas-microsoft-com:vml" Requires="v">
                <p:oleObj spid="_x0000_s11295" name="Visio" r:id="rId3" imgW="5752895" imgH="3838395" progId="Visio.Drawing.15">
                  <p:embed/>
                </p:oleObj>
              </mc:Choice>
              <mc:Fallback>
                <p:oleObj name="Visio" r:id="rId3" imgW="5752895" imgH="3838395" progId="Visio.Drawing.15">
                  <p:embed/>
                  <p:pic>
                    <p:nvPicPr>
                      <p:cNvPr id="0" name="Object 2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36424" y="1292134"/>
                        <a:ext cx="6057896" cy="4038597"/>
                      </a:xfrm>
                      <a:prstGeom prst="rect">
                        <a:avLst/>
                      </a:prstGeom>
                      <a:noFill/>
                    </p:spPr>
                  </p:pic>
                </p:oleObj>
              </mc:Fallback>
            </mc:AlternateContent>
          </a:graphicData>
        </a:graphic>
      </p:graphicFrame>
    </p:spTree>
    <p:extLst>
      <p:ext uri="{BB962C8B-B14F-4D97-AF65-F5344CB8AC3E}">
        <p14:creationId xmlns:p14="http://schemas.microsoft.com/office/powerpoint/2010/main" val="15201241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0628" y="169818"/>
            <a:ext cx="12192000" cy="625926"/>
          </a:xfrm>
        </p:spPr>
        <p:txBody>
          <a:bodyPr>
            <a:normAutofit fontScale="90000"/>
          </a:bodyPr>
          <a:lstStyle/>
          <a:p>
            <a:pPr>
              <a:lnSpc>
                <a:spcPct val="150000"/>
              </a:lnSpc>
            </a:pPr>
            <a:r>
              <a:rPr lang="en-US" cap="none" dirty="0">
                <a:latin typeface="Cambria" panose="02040503050406030204" pitchFamily="18" charset="0"/>
                <a:ea typeface="Cambria" panose="02040503050406030204" pitchFamily="18" charset="0"/>
              </a:rPr>
              <a:t>Sequence Diagram</a:t>
            </a:r>
          </a:p>
        </p:txBody>
      </p:sp>
      <p:sp>
        <p:nvSpPr>
          <p:cNvPr id="3" name="Rectangle 2"/>
          <p:cNvSpPr>
            <a:spLocks noChangeArrowheads="1"/>
          </p:cNvSpPr>
          <p:nvPr/>
        </p:nvSpPr>
        <p:spPr bwMode="auto">
          <a:xfrm>
            <a:off x="3017520" y="14097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6" name="Title 1"/>
          <p:cNvSpPr txBox="1">
            <a:spLocks/>
          </p:cNvSpPr>
          <p:nvPr/>
        </p:nvSpPr>
        <p:spPr>
          <a:xfrm>
            <a:off x="-130628" y="666208"/>
            <a:ext cx="12192000" cy="625926"/>
          </a:xfrm>
          <a:prstGeom prst="rect">
            <a:avLst/>
          </a:prstGeom>
        </p:spPr>
        <p:txBody>
          <a:bodyPr vert="horz" lIns="91440" tIns="45720" rIns="91440" bIns="45720" rtlCol="0" anchor="b">
            <a:normAutofit fontScale="52500" lnSpcReduction="20000"/>
          </a:bodyPr>
          <a:lstStyle>
            <a:lvl1pPr algn="ctr" defTabSz="914400" rtl="0" eaLnBrk="1" latinLnBrk="0" hangingPunct="1">
              <a:lnSpc>
                <a:spcPct val="90000"/>
              </a:lnSpc>
              <a:spcBef>
                <a:spcPct val="0"/>
              </a:spcBef>
              <a:buNone/>
              <a:defRPr sz="4800" kern="1200" cap="all" baseline="0">
                <a:solidFill>
                  <a:schemeClr val="tx1"/>
                </a:solidFill>
                <a:effectLst/>
                <a:latin typeface="+mj-lt"/>
                <a:ea typeface="+mj-ea"/>
                <a:cs typeface="+mj-cs"/>
              </a:defRPr>
            </a:lvl1pPr>
          </a:lstStyle>
          <a:p>
            <a:pPr>
              <a:lnSpc>
                <a:spcPct val="150000"/>
              </a:lnSpc>
            </a:pPr>
            <a:r>
              <a:rPr lang="en-US" cap="none" dirty="0">
                <a:latin typeface="Cambria" panose="02040503050406030204" pitchFamily="18" charset="0"/>
                <a:ea typeface="Cambria" panose="02040503050406030204" pitchFamily="18" charset="0"/>
              </a:rPr>
              <a:t>Generate Report</a:t>
            </a:r>
          </a:p>
        </p:txBody>
      </p:sp>
      <p:sp>
        <p:nvSpPr>
          <p:cNvPr id="5" name="Rectangle 2"/>
          <p:cNvSpPr>
            <a:spLocks noChangeArrowheads="1"/>
          </p:cNvSpPr>
          <p:nvPr/>
        </p:nvSpPr>
        <p:spPr bwMode="auto">
          <a:xfrm>
            <a:off x="3017520" y="14097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4" name="Rectangle 2"/>
          <p:cNvSpPr>
            <a:spLocks noChangeArrowheads="1"/>
          </p:cNvSpPr>
          <p:nvPr/>
        </p:nvSpPr>
        <p:spPr bwMode="auto">
          <a:xfrm>
            <a:off x="2769326" y="14097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7" name="Rectangle 2"/>
          <p:cNvSpPr>
            <a:spLocks noChangeArrowheads="1"/>
          </p:cNvSpPr>
          <p:nvPr/>
        </p:nvSpPr>
        <p:spPr bwMode="auto">
          <a:xfrm>
            <a:off x="3294528" y="1409700"/>
            <a:ext cx="15377827"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dirty="0"/>
          </a:p>
        </p:txBody>
      </p:sp>
      <p:sp>
        <p:nvSpPr>
          <p:cNvPr id="8" name="Rectangle 2"/>
          <p:cNvSpPr>
            <a:spLocks noChangeArrowheads="1"/>
          </p:cNvSpPr>
          <p:nvPr/>
        </p:nvSpPr>
        <p:spPr bwMode="auto">
          <a:xfrm>
            <a:off x="3200400" y="1292134"/>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9" name="Rectangle 2"/>
          <p:cNvSpPr>
            <a:spLocks noChangeArrowheads="1"/>
          </p:cNvSpPr>
          <p:nvPr/>
        </p:nvSpPr>
        <p:spPr bwMode="auto">
          <a:xfrm>
            <a:off x="3017520" y="1292134"/>
            <a:ext cx="15217244"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dirty="0"/>
          </a:p>
        </p:txBody>
      </p:sp>
      <p:sp>
        <p:nvSpPr>
          <p:cNvPr id="10" name="Rectangle 9">
            <a:extLst>
              <a:ext uri="{FF2B5EF4-FFF2-40B4-BE49-F238E27FC236}">
                <a16:creationId xmlns:a16="http://schemas.microsoft.com/office/drawing/2014/main" id="{3B1D7DD6-B036-48AF-A28C-E65C9941EEDC}"/>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dirty="0"/>
          </a:p>
        </p:txBody>
      </p:sp>
      <p:sp>
        <p:nvSpPr>
          <p:cNvPr id="11" name="Rectangle 15">
            <a:extLst>
              <a:ext uri="{FF2B5EF4-FFF2-40B4-BE49-F238E27FC236}">
                <a16:creationId xmlns:a16="http://schemas.microsoft.com/office/drawing/2014/main" id="{13BFB9F8-4B00-4A1C-9E58-C258B1800844}"/>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sp>
        <p:nvSpPr>
          <p:cNvPr id="12" name="Rectangle 24">
            <a:extLst>
              <a:ext uri="{FF2B5EF4-FFF2-40B4-BE49-F238E27FC236}">
                <a16:creationId xmlns:a16="http://schemas.microsoft.com/office/drawing/2014/main" id="{F6D2BAB2-E064-482C-ABD6-2B63EAE9F848}"/>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graphicFrame>
        <p:nvGraphicFramePr>
          <p:cNvPr id="14" name="Object 13">
            <a:extLst>
              <a:ext uri="{FF2B5EF4-FFF2-40B4-BE49-F238E27FC236}">
                <a16:creationId xmlns:a16="http://schemas.microsoft.com/office/drawing/2014/main" id="{35AC9D9C-0849-4C81-B08B-7A7D1DAF89DD}"/>
              </a:ext>
            </a:extLst>
          </p:cNvPr>
          <p:cNvGraphicFramePr>
            <a:graphicFrameLocks noChangeAspect="1"/>
          </p:cNvGraphicFramePr>
          <p:nvPr>
            <p:extLst>
              <p:ext uri="{D42A27DB-BD31-4B8C-83A1-F6EECF244321}">
                <p14:modId xmlns:p14="http://schemas.microsoft.com/office/powerpoint/2010/main" val="161787014"/>
              </p:ext>
            </p:extLst>
          </p:nvPr>
        </p:nvGraphicFramePr>
        <p:xfrm>
          <a:off x="3491113" y="1206645"/>
          <a:ext cx="4948518" cy="4444710"/>
        </p:xfrm>
        <a:graphic>
          <a:graphicData uri="http://schemas.openxmlformats.org/presentationml/2006/ole">
            <mc:AlternateContent xmlns:mc="http://schemas.openxmlformats.org/markup-compatibility/2006">
              <mc:Choice xmlns:v="urn:schemas-microsoft-com:vml" Requires="v">
                <p:oleObj spid="_x0000_s12319" name="Visio" r:id="rId3" imgW="4210090" imgH="3781541" progId="Visio.Drawing.15">
                  <p:embed/>
                </p:oleObj>
              </mc:Choice>
              <mc:Fallback>
                <p:oleObj name="Visio" r:id="rId3" imgW="4210090" imgH="3781541" progId="Visio.Drawing.15">
                  <p:embed/>
                  <p:pic>
                    <p:nvPicPr>
                      <p:cNvPr id="0" name="Object 2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91113" y="1206645"/>
                        <a:ext cx="4948518" cy="4444710"/>
                      </a:xfrm>
                      <a:prstGeom prst="rect">
                        <a:avLst/>
                      </a:prstGeom>
                      <a:noFill/>
                    </p:spPr>
                  </p:pic>
                </p:oleObj>
              </mc:Fallback>
            </mc:AlternateContent>
          </a:graphicData>
        </a:graphic>
      </p:graphicFrame>
    </p:spTree>
    <p:extLst>
      <p:ext uri="{BB962C8B-B14F-4D97-AF65-F5344CB8AC3E}">
        <p14:creationId xmlns:p14="http://schemas.microsoft.com/office/powerpoint/2010/main" val="29861103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0628" y="169818"/>
            <a:ext cx="12192000" cy="625926"/>
          </a:xfrm>
        </p:spPr>
        <p:txBody>
          <a:bodyPr>
            <a:normAutofit fontScale="90000"/>
          </a:bodyPr>
          <a:lstStyle/>
          <a:p>
            <a:pPr>
              <a:lnSpc>
                <a:spcPct val="150000"/>
              </a:lnSpc>
            </a:pPr>
            <a:r>
              <a:rPr lang="en-US" cap="none" dirty="0">
                <a:latin typeface="Cambria" panose="02040503050406030204" pitchFamily="18" charset="0"/>
                <a:ea typeface="Cambria" panose="02040503050406030204" pitchFamily="18" charset="0"/>
              </a:rPr>
              <a:t>Sequence Diagram</a:t>
            </a:r>
          </a:p>
        </p:txBody>
      </p:sp>
      <p:sp>
        <p:nvSpPr>
          <p:cNvPr id="3" name="Rectangle 2"/>
          <p:cNvSpPr>
            <a:spLocks noChangeArrowheads="1"/>
          </p:cNvSpPr>
          <p:nvPr/>
        </p:nvSpPr>
        <p:spPr bwMode="auto">
          <a:xfrm>
            <a:off x="3017520" y="14097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6" name="Title 1"/>
          <p:cNvSpPr txBox="1">
            <a:spLocks/>
          </p:cNvSpPr>
          <p:nvPr/>
        </p:nvSpPr>
        <p:spPr>
          <a:xfrm>
            <a:off x="-130628" y="666208"/>
            <a:ext cx="12192000" cy="625926"/>
          </a:xfrm>
          <a:prstGeom prst="rect">
            <a:avLst/>
          </a:prstGeom>
        </p:spPr>
        <p:txBody>
          <a:bodyPr vert="horz" lIns="91440" tIns="45720" rIns="91440" bIns="45720" rtlCol="0" anchor="b">
            <a:normAutofit fontScale="52500" lnSpcReduction="20000"/>
          </a:bodyPr>
          <a:lstStyle>
            <a:lvl1pPr algn="ctr" defTabSz="914400" rtl="0" eaLnBrk="1" latinLnBrk="0" hangingPunct="1">
              <a:lnSpc>
                <a:spcPct val="90000"/>
              </a:lnSpc>
              <a:spcBef>
                <a:spcPct val="0"/>
              </a:spcBef>
              <a:buNone/>
              <a:defRPr sz="4800" kern="1200" cap="all" baseline="0">
                <a:solidFill>
                  <a:schemeClr val="tx1"/>
                </a:solidFill>
                <a:effectLst/>
                <a:latin typeface="+mj-lt"/>
                <a:ea typeface="+mj-ea"/>
                <a:cs typeface="+mj-cs"/>
              </a:defRPr>
            </a:lvl1pPr>
          </a:lstStyle>
          <a:p>
            <a:pPr>
              <a:lnSpc>
                <a:spcPct val="150000"/>
              </a:lnSpc>
            </a:pPr>
            <a:r>
              <a:rPr lang="en-US" cap="none" dirty="0">
                <a:latin typeface="Cambria" panose="02040503050406030204" pitchFamily="18" charset="0"/>
                <a:ea typeface="Cambria" panose="02040503050406030204" pitchFamily="18" charset="0"/>
              </a:rPr>
              <a:t>View Service</a:t>
            </a:r>
          </a:p>
        </p:txBody>
      </p:sp>
      <p:sp>
        <p:nvSpPr>
          <p:cNvPr id="5" name="Rectangle 2"/>
          <p:cNvSpPr>
            <a:spLocks noChangeArrowheads="1"/>
          </p:cNvSpPr>
          <p:nvPr/>
        </p:nvSpPr>
        <p:spPr bwMode="auto">
          <a:xfrm>
            <a:off x="3017520" y="14097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4" name="Rectangle 2"/>
          <p:cNvSpPr>
            <a:spLocks noChangeArrowheads="1"/>
          </p:cNvSpPr>
          <p:nvPr/>
        </p:nvSpPr>
        <p:spPr bwMode="auto">
          <a:xfrm>
            <a:off x="2769326" y="14097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7" name="Rectangle 2"/>
          <p:cNvSpPr>
            <a:spLocks noChangeArrowheads="1"/>
          </p:cNvSpPr>
          <p:nvPr/>
        </p:nvSpPr>
        <p:spPr bwMode="auto">
          <a:xfrm>
            <a:off x="3294528" y="1409700"/>
            <a:ext cx="15377827"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dirty="0"/>
          </a:p>
        </p:txBody>
      </p:sp>
      <p:sp>
        <p:nvSpPr>
          <p:cNvPr id="8" name="Rectangle 2"/>
          <p:cNvSpPr>
            <a:spLocks noChangeArrowheads="1"/>
          </p:cNvSpPr>
          <p:nvPr/>
        </p:nvSpPr>
        <p:spPr bwMode="auto">
          <a:xfrm>
            <a:off x="3200400" y="1292134"/>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9" name="Rectangle 2"/>
          <p:cNvSpPr>
            <a:spLocks noChangeArrowheads="1"/>
          </p:cNvSpPr>
          <p:nvPr/>
        </p:nvSpPr>
        <p:spPr bwMode="auto">
          <a:xfrm>
            <a:off x="3017520" y="1292134"/>
            <a:ext cx="15217244"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dirty="0"/>
          </a:p>
        </p:txBody>
      </p:sp>
      <p:sp>
        <p:nvSpPr>
          <p:cNvPr id="10" name="Rectangle 2"/>
          <p:cNvSpPr>
            <a:spLocks noChangeArrowheads="1"/>
          </p:cNvSpPr>
          <p:nvPr/>
        </p:nvSpPr>
        <p:spPr bwMode="auto">
          <a:xfrm>
            <a:off x="3513908" y="1174569"/>
            <a:ext cx="1501429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dirty="0"/>
          </a:p>
        </p:txBody>
      </p:sp>
      <p:sp>
        <p:nvSpPr>
          <p:cNvPr id="11" name="Rectangle 9">
            <a:extLst>
              <a:ext uri="{FF2B5EF4-FFF2-40B4-BE49-F238E27FC236}">
                <a16:creationId xmlns:a16="http://schemas.microsoft.com/office/drawing/2014/main" id="{E2B9A258-1805-4E99-A201-165D63702E69}"/>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dirty="0"/>
          </a:p>
        </p:txBody>
      </p:sp>
      <p:sp>
        <p:nvSpPr>
          <p:cNvPr id="12" name="Rectangle 16">
            <a:extLst>
              <a:ext uri="{FF2B5EF4-FFF2-40B4-BE49-F238E27FC236}">
                <a16:creationId xmlns:a16="http://schemas.microsoft.com/office/drawing/2014/main" id="{DBD5169C-F393-4148-A7D0-F7B3D88D5252}"/>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sp>
        <p:nvSpPr>
          <p:cNvPr id="13" name="Rectangle 24">
            <a:extLst>
              <a:ext uri="{FF2B5EF4-FFF2-40B4-BE49-F238E27FC236}">
                <a16:creationId xmlns:a16="http://schemas.microsoft.com/office/drawing/2014/main" id="{3FDE5100-86B3-440C-A0CD-C85A5CAD08C1}"/>
              </a:ext>
            </a:extLst>
          </p:cNvPr>
          <p:cNvSpPr>
            <a:spLocks noChangeArrowheads="1"/>
          </p:cNvSpPr>
          <p:nvPr/>
        </p:nvSpPr>
        <p:spPr bwMode="auto">
          <a:xfrm>
            <a:off x="1885950" y="965561"/>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graphicFrame>
        <p:nvGraphicFramePr>
          <p:cNvPr id="15" name="Object 14">
            <a:extLst>
              <a:ext uri="{FF2B5EF4-FFF2-40B4-BE49-F238E27FC236}">
                <a16:creationId xmlns:a16="http://schemas.microsoft.com/office/drawing/2014/main" id="{54313CF6-72FB-4711-9FCE-FDA26C926F31}"/>
              </a:ext>
            </a:extLst>
          </p:cNvPr>
          <p:cNvGraphicFramePr>
            <a:graphicFrameLocks noChangeAspect="1"/>
          </p:cNvGraphicFramePr>
          <p:nvPr>
            <p:extLst>
              <p:ext uri="{D42A27DB-BD31-4B8C-83A1-F6EECF244321}">
                <p14:modId xmlns:p14="http://schemas.microsoft.com/office/powerpoint/2010/main" val="3550826289"/>
              </p:ext>
            </p:extLst>
          </p:nvPr>
        </p:nvGraphicFramePr>
        <p:xfrm>
          <a:off x="3492794" y="1292134"/>
          <a:ext cx="4945156" cy="4441690"/>
        </p:xfrm>
        <a:graphic>
          <a:graphicData uri="http://schemas.openxmlformats.org/presentationml/2006/ole">
            <mc:AlternateContent xmlns:mc="http://schemas.openxmlformats.org/markup-compatibility/2006">
              <mc:Choice xmlns:v="urn:schemas-microsoft-com:vml" Requires="v">
                <p:oleObj spid="_x0000_s13343" name="Visio" r:id="rId3" imgW="4210090" imgH="3781541" progId="Visio.Drawing.15">
                  <p:embed/>
                </p:oleObj>
              </mc:Choice>
              <mc:Fallback>
                <p:oleObj name="Visio" r:id="rId3" imgW="4210090" imgH="3781541" progId="Visio.Drawing.15">
                  <p:embed/>
                  <p:pic>
                    <p:nvPicPr>
                      <p:cNvPr id="0" name="Object 2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92794" y="1292134"/>
                        <a:ext cx="4945156" cy="4441690"/>
                      </a:xfrm>
                      <a:prstGeom prst="rect">
                        <a:avLst/>
                      </a:prstGeom>
                      <a:noFill/>
                    </p:spPr>
                  </p:pic>
                </p:oleObj>
              </mc:Fallback>
            </mc:AlternateContent>
          </a:graphicData>
        </a:graphic>
      </p:graphicFrame>
    </p:spTree>
    <p:extLst>
      <p:ext uri="{BB962C8B-B14F-4D97-AF65-F5344CB8AC3E}">
        <p14:creationId xmlns:p14="http://schemas.microsoft.com/office/powerpoint/2010/main" val="14545715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0628" y="169818"/>
            <a:ext cx="12192000" cy="625926"/>
          </a:xfrm>
        </p:spPr>
        <p:txBody>
          <a:bodyPr>
            <a:normAutofit fontScale="90000"/>
          </a:bodyPr>
          <a:lstStyle/>
          <a:p>
            <a:pPr>
              <a:lnSpc>
                <a:spcPct val="150000"/>
              </a:lnSpc>
            </a:pPr>
            <a:r>
              <a:rPr lang="en-US" cap="none" dirty="0">
                <a:latin typeface="Cambria" panose="02040503050406030204" pitchFamily="18" charset="0"/>
                <a:ea typeface="Cambria" panose="02040503050406030204" pitchFamily="18" charset="0"/>
              </a:rPr>
              <a:t>Sequence Diagram</a:t>
            </a:r>
          </a:p>
        </p:txBody>
      </p:sp>
      <p:sp>
        <p:nvSpPr>
          <p:cNvPr id="3" name="Rectangle 2"/>
          <p:cNvSpPr>
            <a:spLocks noChangeArrowheads="1"/>
          </p:cNvSpPr>
          <p:nvPr/>
        </p:nvSpPr>
        <p:spPr bwMode="auto">
          <a:xfrm>
            <a:off x="3017520" y="14097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6" name="Title 1"/>
          <p:cNvSpPr txBox="1">
            <a:spLocks/>
          </p:cNvSpPr>
          <p:nvPr/>
        </p:nvSpPr>
        <p:spPr>
          <a:xfrm>
            <a:off x="-130628" y="666208"/>
            <a:ext cx="12192000" cy="625926"/>
          </a:xfrm>
          <a:prstGeom prst="rect">
            <a:avLst/>
          </a:prstGeom>
        </p:spPr>
        <p:txBody>
          <a:bodyPr vert="horz" lIns="91440" tIns="45720" rIns="91440" bIns="45720" rtlCol="0" anchor="b">
            <a:normAutofit fontScale="52500" lnSpcReduction="20000"/>
          </a:bodyPr>
          <a:lstStyle>
            <a:lvl1pPr algn="ctr" defTabSz="914400" rtl="0" eaLnBrk="1" latinLnBrk="0" hangingPunct="1">
              <a:lnSpc>
                <a:spcPct val="90000"/>
              </a:lnSpc>
              <a:spcBef>
                <a:spcPct val="0"/>
              </a:spcBef>
              <a:buNone/>
              <a:defRPr sz="4800" kern="1200" cap="all" baseline="0">
                <a:solidFill>
                  <a:schemeClr val="tx1"/>
                </a:solidFill>
                <a:effectLst/>
                <a:latin typeface="+mj-lt"/>
                <a:ea typeface="+mj-ea"/>
                <a:cs typeface="+mj-cs"/>
              </a:defRPr>
            </a:lvl1pPr>
          </a:lstStyle>
          <a:p>
            <a:pPr>
              <a:lnSpc>
                <a:spcPct val="150000"/>
              </a:lnSpc>
            </a:pPr>
            <a:r>
              <a:rPr lang="en-US" cap="none" dirty="0">
                <a:latin typeface="Cambria" panose="02040503050406030204" pitchFamily="18" charset="0"/>
                <a:ea typeface="Cambria" panose="02040503050406030204" pitchFamily="18" charset="0"/>
              </a:rPr>
              <a:t>Send Booking</a:t>
            </a:r>
          </a:p>
        </p:txBody>
      </p:sp>
      <p:sp>
        <p:nvSpPr>
          <p:cNvPr id="5" name="Rectangle 2"/>
          <p:cNvSpPr>
            <a:spLocks noChangeArrowheads="1"/>
          </p:cNvSpPr>
          <p:nvPr/>
        </p:nvSpPr>
        <p:spPr bwMode="auto">
          <a:xfrm>
            <a:off x="3017520" y="14097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4" name="Rectangle 2"/>
          <p:cNvSpPr>
            <a:spLocks noChangeArrowheads="1"/>
          </p:cNvSpPr>
          <p:nvPr/>
        </p:nvSpPr>
        <p:spPr bwMode="auto">
          <a:xfrm>
            <a:off x="2769326" y="14097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7" name="Rectangle 2"/>
          <p:cNvSpPr>
            <a:spLocks noChangeArrowheads="1"/>
          </p:cNvSpPr>
          <p:nvPr/>
        </p:nvSpPr>
        <p:spPr bwMode="auto">
          <a:xfrm>
            <a:off x="3294528" y="1409700"/>
            <a:ext cx="15377827"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dirty="0"/>
          </a:p>
        </p:txBody>
      </p:sp>
      <p:sp>
        <p:nvSpPr>
          <p:cNvPr id="8" name="Rectangle 2"/>
          <p:cNvSpPr>
            <a:spLocks noChangeArrowheads="1"/>
          </p:cNvSpPr>
          <p:nvPr/>
        </p:nvSpPr>
        <p:spPr bwMode="auto">
          <a:xfrm>
            <a:off x="3200400" y="1292134"/>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9" name="Rectangle 2"/>
          <p:cNvSpPr>
            <a:spLocks noChangeArrowheads="1"/>
          </p:cNvSpPr>
          <p:nvPr/>
        </p:nvSpPr>
        <p:spPr bwMode="auto">
          <a:xfrm>
            <a:off x="3017520" y="1292134"/>
            <a:ext cx="15217244"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dirty="0"/>
          </a:p>
        </p:txBody>
      </p:sp>
      <p:sp>
        <p:nvSpPr>
          <p:cNvPr id="10" name="Rectangle 2"/>
          <p:cNvSpPr>
            <a:spLocks noChangeArrowheads="1"/>
          </p:cNvSpPr>
          <p:nvPr/>
        </p:nvSpPr>
        <p:spPr bwMode="auto">
          <a:xfrm>
            <a:off x="3513908" y="1174569"/>
            <a:ext cx="1501429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dirty="0"/>
          </a:p>
        </p:txBody>
      </p:sp>
      <p:sp>
        <p:nvSpPr>
          <p:cNvPr id="11" name="Rectangle 2"/>
          <p:cNvSpPr>
            <a:spLocks noChangeArrowheads="1"/>
          </p:cNvSpPr>
          <p:nvPr/>
        </p:nvSpPr>
        <p:spPr bwMode="auto">
          <a:xfrm>
            <a:off x="2769326" y="1409698"/>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12" name="Rectangle 9">
            <a:extLst>
              <a:ext uri="{FF2B5EF4-FFF2-40B4-BE49-F238E27FC236}">
                <a16:creationId xmlns:a16="http://schemas.microsoft.com/office/drawing/2014/main" id="{138A6335-9111-4E54-977A-EA9CFECDB7B6}"/>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dirty="0"/>
          </a:p>
        </p:txBody>
      </p:sp>
      <p:sp>
        <p:nvSpPr>
          <p:cNvPr id="13" name="Rectangle 16">
            <a:extLst>
              <a:ext uri="{FF2B5EF4-FFF2-40B4-BE49-F238E27FC236}">
                <a16:creationId xmlns:a16="http://schemas.microsoft.com/office/drawing/2014/main" id="{0BB25DDC-E331-4FD3-AFC3-3242AB9644E7}"/>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sp>
        <p:nvSpPr>
          <p:cNvPr id="14" name="Rectangle 24">
            <a:extLst>
              <a:ext uri="{FF2B5EF4-FFF2-40B4-BE49-F238E27FC236}">
                <a16:creationId xmlns:a16="http://schemas.microsoft.com/office/drawing/2014/main" id="{F075320C-E072-4A66-9539-BAA607611D3F}"/>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graphicFrame>
        <p:nvGraphicFramePr>
          <p:cNvPr id="16" name="Object 15">
            <a:extLst>
              <a:ext uri="{FF2B5EF4-FFF2-40B4-BE49-F238E27FC236}">
                <a16:creationId xmlns:a16="http://schemas.microsoft.com/office/drawing/2014/main" id="{038B9FE9-3346-450C-AEE3-69817AB8C76F}"/>
              </a:ext>
            </a:extLst>
          </p:cNvPr>
          <p:cNvGraphicFramePr>
            <a:graphicFrameLocks noChangeAspect="1"/>
          </p:cNvGraphicFramePr>
          <p:nvPr>
            <p:extLst>
              <p:ext uri="{D42A27DB-BD31-4B8C-83A1-F6EECF244321}">
                <p14:modId xmlns:p14="http://schemas.microsoft.com/office/powerpoint/2010/main" val="3135961464"/>
              </p:ext>
            </p:extLst>
          </p:nvPr>
        </p:nvGraphicFramePr>
        <p:xfrm>
          <a:off x="3060807" y="1174569"/>
          <a:ext cx="5809130" cy="4799742"/>
        </p:xfrm>
        <a:graphic>
          <a:graphicData uri="http://schemas.openxmlformats.org/presentationml/2006/ole">
            <mc:AlternateContent xmlns:mc="http://schemas.openxmlformats.org/markup-compatibility/2006">
              <mc:Choice xmlns:v="urn:schemas-microsoft-com:vml" Requires="v">
                <p:oleObj spid="_x0000_s14367" name="Visio" r:id="rId3" imgW="5752895" imgH="4752985" progId="Visio.Drawing.15">
                  <p:embed/>
                </p:oleObj>
              </mc:Choice>
              <mc:Fallback>
                <p:oleObj name="Visio" r:id="rId3" imgW="5752895" imgH="4752985" progId="Visio.Drawing.15">
                  <p:embed/>
                  <p:pic>
                    <p:nvPicPr>
                      <p:cNvPr id="0" name="Object 2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60807" y="1174569"/>
                        <a:ext cx="5809130" cy="4799742"/>
                      </a:xfrm>
                      <a:prstGeom prst="rect">
                        <a:avLst/>
                      </a:prstGeom>
                      <a:noFill/>
                    </p:spPr>
                  </p:pic>
                </p:oleObj>
              </mc:Fallback>
            </mc:AlternateContent>
          </a:graphicData>
        </a:graphic>
      </p:graphicFrame>
    </p:spTree>
    <p:extLst>
      <p:ext uri="{BB962C8B-B14F-4D97-AF65-F5344CB8AC3E}">
        <p14:creationId xmlns:p14="http://schemas.microsoft.com/office/powerpoint/2010/main" val="32823371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0628" y="169818"/>
            <a:ext cx="12192000" cy="625926"/>
          </a:xfrm>
        </p:spPr>
        <p:txBody>
          <a:bodyPr>
            <a:normAutofit fontScale="90000"/>
          </a:bodyPr>
          <a:lstStyle/>
          <a:p>
            <a:pPr>
              <a:lnSpc>
                <a:spcPct val="150000"/>
              </a:lnSpc>
            </a:pPr>
            <a:r>
              <a:rPr lang="en-US" cap="none" dirty="0">
                <a:latin typeface="Cambria" panose="02040503050406030204" pitchFamily="18" charset="0"/>
                <a:ea typeface="Cambria" panose="02040503050406030204" pitchFamily="18" charset="0"/>
              </a:rPr>
              <a:t>Sequence Diagram</a:t>
            </a:r>
          </a:p>
        </p:txBody>
      </p:sp>
      <p:sp>
        <p:nvSpPr>
          <p:cNvPr id="3" name="Rectangle 2"/>
          <p:cNvSpPr>
            <a:spLocks noChangeArrowheads="1"/>
          </p:cNvSpPr>
          <p:nvPr/>
        </p:nvSpPr>
        <p:spPr bwMode="auto">
          <a:xfrm>
            <a:off x="3017520" y="14097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6" name="Title 1"/>
          <p:cNvSpPr txBox="1">
            <a:spLocks/>
          </p:cNvSpPr>
          <p:nvPr/>
        </p:nvSpPr>
        <p:spPr>
          <a:xfrm>
            <a:off x="-130628" y="666208"/>
            <a:ext cx="12192000" cy="625926"/>
          </a:xfrm>
          <a:prstGeom prst="rect">
            <a:avLst/>
          </a:prstGeom>
        </p:spPr>
        <p:txBody>
          <a:bodyPr vert="horz" lIns="91440" tIns="45720" rIns="91440" bIns="45720" rtlCol="0" anchor="b">
            <a:normAutofit fontScale="52500" lnSpcReduction="20000"/>
          </a:bodyPr>
          <a:lstStyle>
            <a:lvl1pPr algn="ctr" defTabSz="914400" rtl="0" eaLnBrk="1" latinLnBrk="0" hangingPunct="1">
              <a:lnSpc>
                <a:spcPct val="90000"/>
              </a:lnSpc>
              <a:spcBef>
                <a:spcPct val="0"/>
              </a:spcBef>
              <a:buNone/>
              <a:defRPr sz="4800" kern="1200" cap="all" baseline="0">
                <a:solidFill>
                  <a:schemeClr val="tx1"/>
                </a:solidFill>
                <a:effectLst/>
                <a:latin typeface="+mj-lt"/>
                <a:ea typeface="+mj-ea"/>
                <a:cs typeface="+mj-cs"/>
              </a:defRPr>
            </a:lvl1pPr>
          </a:lstStyle>
          <a:p>
            <a:pPr>
              <a:lnSpc>
                <a:spcPct val="150000"/>
              </a:lnSpc>
            </a:pPr>
            <a:r>
              <a:rPr lang="en-US" cap="none" dirty="0">
                <a:latin typeface="Cambria" panose="02040503050406030204" pitchFamily="18" charset="0"/>
                <a:ea typeface="Cambria" panose="02040503050406030204" pitchFamily="18" charset="0"/>
              </a:rPr>
              <a:t>Manage Profile</a:t>
            </a:r>
          </a:p>
        </p:txBody>
      </p:sp>
      <p:sp>
        <p:nvSpPr>
          <p:cNvPr id="5" name="Rectangle 2"/>
          <p:cNvSpPr>
            <a:spLocks noChangeArrowheads="1"/>
          </p:cNvSpPr>
          <p:nvPr/>
        </p:nvSpPr>
        <p:spPr bwMode="auto">
          <a:xfrm>
            <a:off x="3017520" y="14097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4" name="Rectangle 2"/>
          <p:cNvSpPr>
            <a:spLocks noChangeArrowheads="1"/>
          </p:cNvSpPr>
          <p:nvPr/>
        </p:nvSpPr>
        <p:spPr bwMode="auto">
          <a:xfrm>
            <a:off x="2769326" y="14097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7" name="Rectangle 2"/>
          <p:cNvSpPr>
            <a:spLocks noChangeArrowheads="1"/>
          </p:cNvSpPr>
          <p:nvPr/>
        </p:nvSpPr>
        <p:spPr bwMode="auto">
          <a:xfrm>
            <a:off x="3294528" y="1409700"/>
            <a:ext cx="15377827"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dirty="0"/>
          </a:p>
        </p:txBody>
      </p:sp>
      <p:sp>
        <p:nvSpPr>
          <p:cNvPr id="8" name="Rectangle 2"/>
          <p:cNvSpPr>
            <a:spLocks noChangeArrowheads="1"/>
          </p:cNvSpPr>
          <p:nvPr/>
        </p:nvSpPr>
        <p:spPr bwMode="auto">
          <a:xfrm>
            <a:off x="3200400" y="1292134"/>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9" name="Rectangle 2"/>
          <p:cNvSpPr>
            <a:spLocks noChangeArrowheads="1"/>
          </p:cNvSpPr>
          <p:nvPr/>
        </p:nvSpPr>
        <p:spPr bwMode="auto">
          <a:xfrm>
            <a:off x="3017520" y="1292134"/>
            <a:ext cx="15217244"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dirty="0"/>
          </a:p>
        </p:txBody>
      </p:sp>
      <p:sp>
        <p:nvSpPr>
          <p:cNvPr id="10" name="Rectangle 2"/>
          <p:cNvSpPr>
            <a:spLocks noChangeArrowheads="1"/>
          </p:cNvSpPr>
          <p:nvPr/>
        </p:nvSpPr>
        <p:spPr bwMode="auto">
          <a:xfrm>
            <a:off x="3513908" y="1174569"/>
            <a:ext cx="1501429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dirty="0"/>
          </a:p>
        </p:txBody>
      </p:sp>
      <p:sp>
        <p:nvSpPr>
          <p:cNvPr id="11" name="Rectangle 2"/>
          <p:cNvSpPr>
            <a:spLocks noChangeArrowheads="1"/>
          </p:cNvSpPr>
          <p:nvPr/>
        </p:nvSpPr>
        <p:spPr bwMode="auto">
          <a:xfrm>
            <a:off x="2769326" y="1409698"/>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12" name="Rectangle 2"/>
          <p:cNvSpPr>
            <a:spLocks noChangeArrowheads="1"/>
          </p:cNvSpPr>
          <p:nvPr/>
        </p:nvSpPr>
        <p:spPr bwMode="auto">
          <a:xfrm>
            <a:off x="3200400" y="130410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13" name="Rectangle 9">
            <a:extLst>
              <a:ext uri="{FF2B5EF4-FFF2-40B4-BE49-F238E27FC236}">
                <a16:creationId xmlns:a16="http://schemas.microsoft.com/office/drawing/2014/main" id="{2F2ADCB8-5AD0-4DA2-A611-507B0FED1AE8}"/>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dirty="0"/>
          </a:p>
        </p:txBody>
      </p:sp>
      <p:sp>
        <p:nvSpPr>
          <p:cNvPr id="14" name="Rectangle 16">
            <a:extLst>
              <a:ext uri="{FF2B5EF4-FFF2-40B4-BE49-F238E27FC236}">
                <a16:creationId xmlns:a16="http://schemas.microsoft.com/office/drawing/2014/main" id="{1BD52634-A1A3-416F-9E6D-32F01EDCF651}"/>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sp>
        <p:nvSpPr>
          <p:cNvPr id="15" name="Rectangle 24">
            <a:extLst>
              <a:ext uri="{FF2B5EF4-FFF2-40B4-BE49-F238E27FC236}">
                <a16:creationId xmlns:a16="http://schemas.microsoft.com/office/drawing/2014/main" id="{5B2EED7D-6BC6-4B32-A1CD-533601FB4EDF}"/>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graphicFrame>
        <p:nvGraphicFramePr>
          <p:cNvPr id="17" name="Object 16">
            <a:extLst>
              <a:ext uri="{FF2B5EF4-FFF2-40B4-BE49-F238E27FC236}">
                <a16:creationId xmlns:a16="http://schemas.microsoft.com/office/drawing/2014/main" id="{7CDFB185-EB2C-4AEE-B2E1-408F4511659C}"/>
              </a:ext>
            </a:extLst>
          </p:cNvPr>
          <p:cNvGraphicFramePr>
            <a:graphicFrameLocks noChangeAspect="1"/>
          </p:cNvGraphicFramePr>
          <p:nvPr>
            <p:extLst>
              <p:ext uri="{D42A27DB-BD31-4B8C-83A1-F6EECF244321}">
                <p14:modId xmlns:p14="http://schemas.microsoft.com/office/powerpoint/2010/main" val="1342383737"/>
              </p:ext>
            </p:extLst>
          </p:nvPr>
        </p:nvGraphicFramePr>
        <p:xfrm>
          <a:off x="2572871" y="1174569"/>
          <a:ext cx="6723529" cy="5042647"/>
        </p:xfrm>
        <a:graphic>
          <a:graphicData uri="http://schemas.openxmlformats.org/presentationml/2006/ole">
            <mc:AlternateContent xmlns:mc="http://schemas.openxmlformats.org/markup-compatibility/2006">
              <mc:Choice xmlns:v="urn:schemas-microsoft-com:vml" Requires="v">
                <p:oleObj spid="_x0000_s15391" name="Visio" r:id="rId3" imgW="5752895" imgH="4752985" progId="Visio.Drawing.15">
                  <p:embed/>
                </p:oleObj>
              </mc:Choice>
              <mc:Fallback>
                <p:oleObj name="Visio" r:id="rId3" imgW="5752895" imgH="4752985" progId="Visio.Drawing.15">
                  <p:embed/>
                  <p:pic>
                    <p:nvPicPr>
                      <p:cNvPr id="0" name="Object 2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72871" y="1174569"/>
                        <a:ext cx="6723529" cy="5042647"/>
                      </a:xfrm>
                      <a:prstGeom prst="rect">
                        <a:avLst/>
                      </a:prstGeom>
                      <a:noFill/>
                    </p:spPr>
                  </p:pic>
                </p:oleObj>
              </mc:Fallback>
            </mc:AlternateContent>
          </a:graphicData>
        </a:graphic>
      </p:graphicFrame>
    </p:spTree>
    <p:extLst>
      <p:ext uri="{BB962C8B-B14F-4D97-AF65-F5344CB8AC3E}">
        <p14:creationId xmlns:p14="http://schemas.microsoft.com/office/powerpoint/2010/main" val="18690908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0628" y="169818"/>
            <a:ext cx="12192000" cy="625926"/>
          </a:xfrm>
        </p:spPr>
        <p:txBody>
          <a:bodyPr>
            <a:normAutofit fontScale="90000"/>
          </a:bodyPr>
          <a:lstStyle/>
          <a:p>
            <a:pPr>
              <a:lnSpc>
                <a:spcPct val="150000"/>
              </a:lnSpc>
            </a:pPr>
            <a:r>
              <a:rPr lang="en-US" cap="none" dirty="0">
                <a:latin typeface="Cambria" panose="02040503050406030204" pitchFamily="18" charset="0"/>
                <a:ea typeface="Cambria" panose="02040503050406030204" pitchFamily="18" charset="0"/>
              </a:rPr>
              <a:t>Sequence Diagram</a:t>
            </a:r>
          </a:p>
        </p:txBody>
      </p:sp>
      <p:sp>
        <p:nvSpPr>
          <p:cNvPr id="3" name="Rectangle 2"/>
          <p:cNvSpPr>
            <a:spLocks noChangeArrowheads="1"/>
          </p:cNvSpPr>
          <p:nvPr/>
        </p:nvSpPr>
        <p:spPr bwMode="auto">
          <a:xfrm>
            <a:off x="3017520" y="14097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6" name="Title 1"/>
          <p:cNvSpPr txBox="1">
            <a:spLocks/>
          </p:cNvSpPr>
          <p:nvPr/>
        </p:nvSpPr>
        <p:spPr>
          <a:xfrm>
            <a:off x="-130628" y="666208"/>
            <a:ext cx="12192000" cy="625926"/>
          </a:xfrm>
          <a:prstGeom prst="rect">
            <a:avLst/>
          </a:prstGeom>
        </p:spPr>
        <p:txBody>
          <a:bodyPr vert="horz" lIns="91440" tIns="45720" rIns="91440" bIns="45720" rtlCol="0" anchor="b">
            <a:normAutofit fontScale="52500" lnSpcReduction="20000"/>
          </a:bodyPr>
          <a:lstStyle>
            <a:lvl1pPr algn="ctr" defTabSz="914400" rtl="0" eaLnBrk="1" latinLnBrk="0" hangingPunct="1">
              <a:lnSpc>
                <a:spcPct val="90000"/>
              </a:lnSpc>
              <a:spcBef>
                <a:spcPct val="0"/>
              </a:spcBef>
              <a:buNone/>
              <a:defRPr sz="4800" kern="1200" cap="all" baseline="0">
                <a:solidFill>
                  <a:schemeClr val="tx1"/>
                </a:solidFill>
                <a:effectLst/>
                <a:latin typeface="+mj-lt"/>
                <a:ea typeface="+mj-ea"/>
                <a:cs typeface="+mj-cs"/>
              </a:defRPr>
            </a:lvl1pPr>
          </a:lstStyle>
          <a:p>
            <a:pPr>
              <a:lnSpc>
                <a:spcPct val="150000"/>
              </a:lnSpc>
            </a:pPr>
            <a:r>
              <a:rPr lang="en-US" cap="none" dirty="0">
                <a:latin typeface="Cambria" panose="02040503050406030204" pitchFamily="18" charset="0"/>
                <a:ea typeface="Cambria" panose="02040503050406030204" pitchFamily="18" charset="0"/>
              </a:rPr>
              <a:t>Search Service</a:t>
            </a:r>
          </a:p>
        </p:txBody>
      </p:sp>
      <p:sp>
        <p:nvSpPr>
          <p:cNvPr id="5" name="Rectangle 2"/>
          <p:cNvSpPr>
            <a:spLocks noChangeArrowheads="1"/>
          </p:cNvSpPr>
          <p:nvPr/>
        </p:nvSpPr>
        <p:spPr bwMode="auto">
          <a:xfrm>
            <a:off x="3017520" y="14097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4" name="Rectangle 2"/>
          <p:cNvSpPr>
            <a:spLocks noChangeArrowheads="1"/>
          </p:cNvSpPr>
          <p:nvPr/>
        </p:nvSpPr>
        <p:spPr bwMode="auto">
          <a:xfrm>
            <a:off x="2769326" y="14097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7" name="Rectangle 2"/>
          <p:cNvSpPr>
            <a:spLocks noChangeArrowheads="1"/>
          </p:cNvSpPr>
          <p:nvPr/>
        </p:nvSpPr>
        <p:spPr bwMode="auto">
          <a:xfrm>
            <a:off x="3294528" y="1409700"/>
            <a:ext cx="15377827"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dirty="0"/>
          </a:p>
        </p:txBody>
      </p:sp>
      <p:sp>
        <p:nvSpPr>
          <p:cNvPr id="8" name="Rectangle 2"/>
          <p:cNvSpPr>
            <a:spLocks noChangeArrowheads="1"/>
          </p:cNvSpPr>
          <p:nvPr/>
        </p:nvSpPr>
        <p:spPr bwMode="auto">
          <a:xfrm>
            <a:off x="3200400" y="1292134"/>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9" name="Rectangle 2"/>
          <p:cNvSpPr>
            <a:spLocks noChangeArrowheads="1"/>
          </p:cNvSpPr>
          <p:nvPr/>
        </p:nvSpPr>
        <p:spPr bwMode="auto">
          <a:xfrm>
            <a:off x="3017520" y="1292134"/>
            <a:ext cx="15217244"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dirty="0"/>
          </a:p>
        </p:txBody>
      </p:sp>
      <p:sp>
        <p:nvSpPr>
          <p:cNvPr id="10" name="Rectangle 2"/>
          <p:cNvSpPr>
            <a:spLocks noChangeArrowheads="1"/>
          </p:cNvSpPr>
          <p:nvPr/>
        </p:nvSpPr>
        <p:spPr bwMode="auto">
          <a:xfrm>
            <a:off x="3513908" y="1174569"/>
            <a:ext cx="1501429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dirty="0"/>
          </a:p>
        </p:txBody>
      </p:sp>
      <p:sp>
        <p:nvSpPr>
          <p:cNvPr id="11" name="Rectangle 2"/>
          <p:cNvSpPr>
            <a:spLocks noChangeArrowheads="1"/>
          </p:cNvSpPr>
          <p:nvPr/>
        </p:nvSpPr>
        <p:spPr bwMode="auto">
          <a:xfrm>
            <a:off x="2769326" y="1409698"/>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12" name="Rectangle 2"/>
          <p:cNvSpPr>
            <a:spLocks noChangeArrowheads="1"/>
          </p:cNvSpPr>
          <p:nvPr/>
        </p:nvSpPr>
        <p:spPr bwMode="auto">
          <a:xfrm>
            <a:off x="3200400" y="130410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13" name="Rectangle 2"/>
          <p:cNvSpPr>
            <a:spLocks noChangeArrowheads="1"/>
          </p:cNvSpPr>
          <p:nvPr/>
        </p:nvSpPr>
        <p:spPr bwMode="auto">
          <a:xfrm>
            <a:off x="3294527" y="1553395"/>
            <a:ext cx="14911695"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dirty="0"/>
          </a:p>
        </p:txBody>
      </p:sp>
      <p:sp>
        <p:nvSpPr>
          <p:cNvPr id="14" name="Rectangle 9">
            <a:extLst>
              <a:ext uri="{FF2B5EF4-FFF2-40B4-BE49-F238E27FC236}">
                <a16:creationId xmlns:a16="http://schemas.microsoft.com/office/drawing/2014/main" id="{A1FBC67C-9EFD-4F44-9235-E452CA7EABD0}"/>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dirty="0"/>
          </a:p>
        </p:txBody>
      </p:sp>
      <p:sp>
        <p:nvSpPr>
          <p:cNvPr id="15" name="Rectangle 16">
            <a:extLst>
              <a:ext uri="{FF2B5EF4-FFF2-40B4-BE49-F238E27FC236}">
                <a16:creationId xmlns:a16="http://schemas.microsoft.com/office/drawing/2014/main" id="{5C13988C-AD35-4D30-A2C2-1C7EA2CEDD27}"/>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sp>
        <p:nvSpPr>
          <p:cNvPr id="16" name="Rectangle 24">
            <a:extLst>
              <a:ext uri="{FF2B5EF4-FFF2-40B4-BE49-F238E27FC236}">
                <a16:creationId xmlns:a16="http://schemas.microsoft.com/office/drawing/2014/main" id="{29AF237B-C732-426B-8D81-4509CF42980E}"/>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graphicFrame>
        <p:nvGraphicFramePr>
          <p:cNvPr id="18" name="Object 17">
            <a:extLst>
              <a:ext uri="{FF2B5EF4-FFF2-40B4-BE49-F238E27FC236}">
                <a16:creationId xmlns:a16="http://schemas.microsoft.com/office/drawing/2014/main" id="{93971572-2FC0-4395-B492-8B321B3EF512}"/>
              </a:ext>
            </a:extLst>
          </p:cNvPr>
          <p:cNvGraphicFramePr>
            <a:graphicFrameLocks noChangeAspect="1"/>
          </p:cNvGraphicFramePr>
          <p:nvPr>
            <p:extLst>
              <p:ext uri="{D42A27DB-BD31-4B8C-83A1-F6EECF244321}">
                <p14:modId xmlns:p14="http://schemas.microsoft.com/office/powerpoint/2010/main" val="3834020083"/>
              </p:ext>
            </p:extLst>
          </p:nvPr>
        </p:nvGraphicFramePr>
        <p:xfrm>
          <a:off x="2501608" y="1397726"/>
          <a:ext cx="6927527" cy="3504107"/>
        </p:xfrm>
        <a:graphic>
          <a:graphicData uri="http://schemas.openxmlformats.org/presentationml/2006/ole">
            <mc:AlternateContent xmlns:mc="http://schemas.openxmlformats.org/markup-compatibility/2006">
              <mc:Choice xmlns:v="urn:schemas-microsoft-com:vml" Requires="v">
                <p:oleObj spid="_x0000_s16415" name="Visio" r:id="rId3" imgW="7582021" imgH="3838395" progId="Visio.Drawing.15">
                  <p:embed/>
                </p:oleObj>
              </mc:Choice>
              <mc:Fallback>
                <p:oleObj name="Visio" r:id="rId3" imgW="7582021" imgH="3838395" progId="Visio.Drawing.15">
                  <p:embed/>
                  <p:pic>
                    <p:nvPicPr>
                      <p:cNvPr id="0" name="Object 2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01608" y="1397726"/>
                        <a:ext cx="6927527" cy="3504107"/>
                      </a:xfrm>
                      <a:prstGeom prst="rect">
                        <a:avLst/>
                      </a:prstGeom>
                      <a:noFill/>
                    </p:spPr>
                  </p:pic>
                </p:oleObj>
              </mc:Fallback>
            </mc:AlternateContent>
          </a:graphicData>
        </a:graphic>
      </p:graphicFrame>
    </p:spTree>
    <p:extLst>
      <p:ext uri="{BB962C8B-B14F-4D97-AF65-F5344CB8AC3E}">
        <p14:creationId xmlns:p14="http://schemas.microsoft.com/office/powerpoint/2010/main" val="41116912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0628" y="169818"/>
            <a:ext cx="12192000" cy="625926"/>
          </a:xfrm>
        </p:spPr>
        <p:txBody>
          <a:bodyPr>
            <a:normAutofit fontScale="90000"/>
          </a:bodyPr>
          <a:lstStyle/>
          <a:p>
            <a:pPr>
              <a:lnSpc>
                <a:spcPct val="150000"/>
              </a:lnSpc>
            </a:pPr>
            <a:r>
              <a:rPr lang="en-US" cap="none" dirty="0">
                <a:latin typeface="Cambria" panose="02040503050406030204" pitchFamily="18" charset="0"/>
                <a:ea typeface="Cambria" panose="02040503050406030204" pitchFamily="18" charset="0"/>
              </a:rPr>
              <a:t>Sequence Diagram</a:t>
            </a:r>
          </a:p>
        </p:txBody>
      </p:sp>
      <p:sp>
        <p:nvSpPr>
          <p:cNvPr id="3" name="Rectangle 2"/>
          <p:cNvSpPr>
            <a:spLocks noChangeArrowheads="1"/>
          </p:cNvSpPr>
          <p:nvPr/>
        </p:nvSpPr>
        <p:spPr bwMode="auto">
          <a:xfrm>
            <a:off x="3017520" y="14097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6" name="Title 1"/>
          <p:cNvSpPr txBox="1">
            <a:spLocks/>
          </p:cNvSpPr>
          <p:nvPr/>
        </p:nvSpPr>
        <p:spPr>
          <a:xfrm>
            <a:off x="-130628" y="666208"/>
            <a:ext cx="12192000" cy="625926"/>
          </a:xfrm>
          <a:prstGeom prst="rect">
            <a:avLst/>
          </a:prstGeom>
        </p:spPr>
        <p:txBody>
          <a:bodyPr vert="horz" lIns="91440" tIns="45720" rIns="91440" bIns="45720" rtlCol="0" anchor="b">
            <a:normAutofit fontScale="52500" lnSpcReduction="20000"/>
          </a:bodyPr>
          <a:lstStyle>
            <a:lvl1pPr algn="ctr" defTabSz="914400" rtl="0" eaLnBrk="1" latinLnBrk="0" hangingPunct="1">
              <a:lnSpc>
                <a:spcPct val="90000"/>
              </a:lnSpc>
              <a:spcBef>
                <a:spcPct val="0"/>
              </a:spcBef>
              <a:buNone/>
              <a:defRPr sz="4800" kern="1200" cap="all" baseline="0">
                <a:solidFill>
                  <a:schemeClr val="tx1"/>
                </a:solidFill>
                <a:effectLst/>
                <a:latin typeface="+mj-lt"/>
                <a:ea typeface="+mj-ea"/>
                <a:cs typeface="+mj-cs"/>
              </a:defRPr>
            </a:lvl1pPr>
          </a:lstStyle>
          <a:p>
            <a:pPr>
              <a:lnSpc>
                <a:spcPct val="150000"/>
              </a:lnSpc>
            </a:pPr>
            <a:r>
              <a:rPr lang="en-US" cap="none" dirty="0">
                <a:latin typeface="Cambria" panose="02040503050406030204" pitchFamily="18" charset="0"/>
                <a:ea typeface="Cambria" panose="02040503050406030204" pitchFamily="18" charset="0"/>
              </a:rPr>
              <a:t>View Notification</a:t>
            </a:r>
          </a:p>
        </p:txBody>
      </p:sp>
      <p:sp>
        <p:nvSpPr>
          <p:cNvPr id="5" name="Rectangle 2"/>
          <p:cNvSpPr>
            <a:spLocks noChangeArrowheads="1"/>
          </p:cNvSpPr>
          <p:nvPr/>
        </p:nvSpPr>
        <p:spPr bwMode="auto">
          <a:xfrm>
            <a:off x="3017520" y="14097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4" name="Rectangle 2"/>
          <p:cNvSpPr>
            <a:spLocks noChangeArrowheads="1"/>
          </p:cNvSpPr>
          <p:nvPr/>
        </p:nvSpPr>
        <p:spPr bwMode="auto">
          <a:xfrm>
            <a:off x="2769326" y="14097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7" name="Rectangle 2"/>
          <p:cNvSpPr>
            <a:spLocks noChangeArrowheads="1"/>
          </p:cNvSpPr>
          <p:nvPr/>
        </p:nvSpPr>
        <p:spPr bwMode="auto">
          <a:xfrm>
            <a:off x="3294528" y="1409700"/>
            <a:ext cx="15377827"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dirty="0"/>
          </a:p>
        </p:txBody>
      </p:sp>
      <p:sp>
        <p:nvSpPr>
          <p:cNvPr id="8" name="Rectangle 2"/>
          <p:cNvSpPr>
            <a:spLocks noChangeArrowheads="1"/>
          </p:cNvSpPr>
          <p:nvPr/>
        </p:nvSpPr>
        <p:spPr bwMode="auto">
          <a:xfrm>
            <a:off x="3200400" y="1292134"/>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9" name="Rectangle 2"/>
          <p:cNvSpPr>
            <a:spLocks noChangeArrowheads="1"/>
          </p:cNvSpPr>
          <p:nvPr/>
        </p:nvSpPr>
        <p:spPr bwMode="auto">
          <a:xfrm>
            <a:off x="3017520" y="1292134"/>
            <a:ext cx="15217244"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dirty="0"/>
          </a:p>
        </p:txBody>
      </p:sp>
      <p:sp>
        <p:nvSpPr>
          <p:cNvPr id="10" name="Rectangle 2"/>
          <p:cNvSpPr>
            <a:spLocks noChangeArrowheads="1"/>
          </p:cNvSpPr>
          <p:nvPr/>
        </p:nvSpPr>
        <p:spPr bwMode="auto">
          <a:xfrm>
            <a:off x="3513908" y="1174569"/>
            <a:ext cx="1501429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dirty="0"/>
          </a:p>
        </p:txBody>
      </p:sp>
      <p:sp>
        <p:nvSpPr>
          <p:cNvPr id="11" name="Rectangle 2"/>
          <p:cNvSpPr>
            <a:spLocks noChangeArrowheads="1"/>
          </p:cNvSpPr>
          <p:nvPr/>
        </p:nvSpPr>
        <p:spPr bwMode="auto">
          <a:xfrm>
            <a:off x="2769326" y="1409698"/>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12" name="Rectangle 2"/>
          <p:cNvSpPr>
            <a:spLocks noChangeArrowheads="1"/>
          </p:cNvSpPr>
          <p:nvPr/>
        </p:nvSpPr>
        <p:spPr bwMode="auto">
          <a:xfrm>
            <a:off x="3200400" y="130410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13" name="Rectangle 2"/>
          <p:cNvSpPr>
            <a:spLocks noChangeArrowheads="1"/>
          </p:cNvSpPr>
          <p:nvPr/>
        </p:nvSpPr>
        <p:spPr bwMode="auto">
          <a:xfrm>
            <a:off x="3294527" y="1553395"/>
            <a:ext cx="14911695"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dirty="0"/>
          </a:p>
        </p:txBody>
      </p:sp>
      <p:sp>
        <p:nvSpPr>
          <p:cNvPr id="14" name="Rectangle 4"/>
          <p:cNvSpPr>
            <a:spLocks noChangeArrowheads="1"/>
          </p:cNvSpPr>
          <p:nvPr/>
        </p:nvSpPr>
        <p:spPr bwMode="auto">
          <a:xfrm>
            <a:off x="3017520" y="1527262"/>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15" name="Rectangle 10">
            <a:extLst>
              <a:ext uri="{FF2B5EF4-FFF2-40B4-BE49-F238E27FC236}">
                <a16:creationId xmlns:a16="http://schemas.microsoft.com/office/drawing/2014/main" id="{318472BC-B67E-468F-881E-24FEF840DAA5}"/>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dirty="0"/>
          </a:p>
        </p:txBody>
      </p:sp>
      <p:sp>
        <p:nvSpPr>
          <p:cNvPr id="16" name="Rectangle 17">
            <a:extLst>
              <a:ext uri="{FF2B5EF4-FFF2-40B4-BE49-F238E27FC236}">
                <a16:creationId xmlns:a16="http://schemas.microsoft.com/office/drawing/2014/main" id="{B42FE0CD-E913-4A93-ABD0-3843210723C9}"/>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sp>
        <p:nvSpPr>
          <p:cNvPr id="17" name="Rectangle 25">
            <a:extLst>
              <a:ext uri="{FF2B5EF4-FFF2-40B4-BE49-F238E27FC236}">
                <a16:creationId xmlns:a16="http://schemas.microsoft.com/office/drawing/2014/main" id="{184DC2F2-42DD-4ED4-B919-54D242F690AC}"/>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graphicFrame>
        <p:nvGraphicFramePr>
          <p:cNvPr id="19" name="Object 18">
            <a:extLst>
              <a:ext uri="{FF2B5EF4-FFF2-40B4-BE49-F238E27FC236}">
                <a16:creationId xmlns:a16="http://schemas.microsoft.com/office/drawing/2014/main" id="{97A50AA2-B3BF-4375-AF91-E0EDDB5E65A3}"/>
              </a:ext>
            </a:extLst>
          </p:cNvPr>
          <p:cNvGraphicFramePr>
            <a:graphicFrameLocks noChangeAspect="1"/>
          </p:cNvGraphicFramePr>
          <p:nvPr>
            <p:extLst>
              <p:ext uri="{D42A27DB-BD31-4B8C-83A1-F6EECF244321}">
                <p14:modId xmlns:p14="http://schemas.microsoft.com/office/powerpoint/2010/main" val="210704145"/>
              </p:ext>
            </p:extLst>
          </p:nvPr>
        </p:nvGraphicFramePr>
        <p:xfrm>
          <a:off x="3294527" y="1292134"/>
          <a:ext cx="5210927" cy="4680403"/>
        </p:xfrm>
        <a:graphic>
          <a:graphicData uri="http://schemas.openxmlformats.org/presentationml/2006/ole">
            <mc:AlternateContent xmlns:mc="http://schemas.openxmlformats.org/markup-compatibility/2006">
              <mc:Choice xmlns:v="urn:schemas-microsoft-com:vml" Requires="v">
                <p:oleObj spid="_x0000_s17440" name="Visio" r:id="rId3" imgW="4210090" imgH="3781541" progId="Visio.Drawing.15">
                  <p:embed/>
                </p:oleObj>
              </mc:Choice>
              <mc:Fallback>
                <p:oleObj name="Visio" r:id="rId3" imgW="4210090" imgH="3781541" progId="Visio.Drawing.15">
                  <p:embed/>
                  <p:pic>
                    <p:nvPicPr>
                      <p:cNvPr id="0" name="Object 2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94527" y="1292134"/>
                        <a:ext cx="5210927" cy="4680403"/>
                      </a:xfrm>
                      <a:prstGeom prst="rect">
                        <a:avLst/>
                      </a:prstGeom>
                      <a:noFill/>
                    </p:spPr>
                  </p:pic>
                </p:oleObj>
              </mc:Fallback>
            </mc:AlternateContent>
          </a:graphicData>
        </a:graphic>
      </p:graphicFrame>
    </p:spTree>
    <p:extLst>
      <p:ext uri="{BB962C8B-B14F-4D97-AF65-F5344CB8AC3E}">
        <p14:creationId xmlns:p14="http://schemas.microsoft.com/office/powerpoint/2010/main" val="14718260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0628" y="169818"/>
            <a:ext cx="12192000" cy="625926"/>
          </a:xfrm>
        </p:spPr>
        <p:txBody>
          <a:bodyPr>
            <a:normAutofit fontScale="90000"/>
          </a:bodyPr>
          <a:lstStyle/>
          <a:p>
            <a:pPr>
              <a:lnSpc>
                <a:spcPct val="150000"/>
              </a:lnSpc>
            </a:pPr>
            <a:r>
              <a:rPr lang="en-US" cap="none" dirty="0">
                <a:latin typeface="Cambria" panose="02040503050406030204" pitchFamily="18" charset="0"/>
                <a:ea typeface="Cambria" panose="02040503050406030204" pitchFamily="18" charset="0"/>
              </a:rPr>
              <a:t>Sequence Diagram</a:t>
            </a:r>
          </a:p>
        </p:txBody>
      </p:sp>
      <p:sp>
        <p:nvSpPr>
          <p:cNvPr id="3" name="Rectangle 2"/>
          <p:cNvSpPr>
            <a:spLocks noChangeArrowheads="1"/>
          </p:cNvSpPr>
          <p:nvPr/>
        </p:nvSpPr>
        <p:spPr bwMode="auto">
          <a:xfrm>
            <a:off x="3017520" y="14097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6" name="Title 1"/>
          <p:cNvSpPr txBox="1">
            <a:spLocks/>
          </p:cNvSpPr>
          <p:nvPr/>
        </p:nvSpPr>
        <p:spPr>
          <a:xfrm>
            <a:off x="-130628" y="666208"/>
            <a:ext cx="12192000" cy="625926"/>
          </a:xfrm>
          <a:prstGeom prst="rect">
            <a:avLst/>
          </a:prstGeom>
        </p:spPr>
        <p:txBody>
          <a:bodyPr vert="horz" lIns="91440" tIns="45720" rIns="91440" bIns="45720" rtlCol="0" anchor="b">
            <a:normAutofit fontScale="52500" lnSpcReduction="20000"/>
          </a:bodyPr>
          <a:lstStyle>
            <a:lvl1pPr algn="ctr" defTabSz="914400" rtl="0" eaLnBrk="1" latinLnBrk="0" hangingPunct="1">
              <a:lnSpc>
                <a:spcPct val="90000"/>
              </a:lnSpc>
              <a:spcBef>
                <a:spcPct val="0"/>
              </a:spcBef>
              <a:buNone/>
              <a:defRPr sz="4800" kern="1200" cap="all" baseline="0">
                <a:solidFill>
                  <a:schemeClr val="tx1"/>
                </a:solidFill>
                <a:effectLst/>
                <a:latin typeface="+mj-lt"/>
                <a:ea typeface="+mj-ea"/>
                <a:cs typeface="+mj-cs"/>
              </a:defRPr>
            </a:lvl1pPr>
          </a:lstStyle>
          <a:p>
            <a:pPr>
              <a:lnSpc>
                <a:spcPct val="150000"/>
              </a:lnSpc>
            </a:pPr>
            <a:r>
              <a:rPr lang="en-US" cap="none" dirty="0">
                <a:latin typeface="Cambria" panose="02040503050406030204" pitchFamily="18" charset="0"/>
                <a:ea typeface="Cambria" panose="02040503050406030204" pitchFamily="18" charset="0"/>
              </a:rPr>
              <a:t>Give Feedback</a:t>
            </a:r>
          </a:p>
        </p:txBody>
      </p:sp>
      <p:sp>
        <p:nvSpPr>
          <p:cNvPr id="5" name="Rectangle 2"/>
          <p:cNvSpPr>
            <a:spLocks noChangeArrowheads="1"/>
          </p:cNvSpPr>
          <p:nvPr/>
        </p:nvSpPr>
        <p:spPr bwMode="auto">
          <a:xfrm>
            <a:off x="3017520" y="14097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4" name="Rectangle 2"/>
          <p:cNvSpPr>
            <a:spLocks noChangeArrowheads="1"/>
          </p:cNvSpPr>
          <p:nvPr/>
        </p:nvSpPr>
        <p:spPr bwMode="auto">
          <a:xfrm>
            <a:off x="2769326" y="14097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7" name="Rectangle 2"/>
          <p:cNvSpPr>
            <a:spLocks noChangeArrowheads="1"/>
          </p:cNvSpPr>
          <p:nvPr/>
        </p:nvSpPr>
        <p:spPr bwMode="auto">
          <a:xfrm>
            <a:off x="3294528" y="1409700"/>
            <a:ext cx="15377827"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dirty="0"/>
          </a:p>
        </p:txBody>
      </p:sp>
      <p:sp>
        <p:nvSpPr>
          <p:cNvPr id="8" name="Rectangle 2"/>
          <p:cNvSpPr>
            <a:spLocks noChangeArrowheads="1"/>
          </p:cNvSpPr>
          <p:nvPr/>
        </p:nvSpPr>
        <p:spPr bwMode="auto">
          <a:xfrm>
            <a:off x="3200400" y="1292134"/>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9" name="Rectangle 2"/>
          <p:cNvSpPr>
            <a:spLocks noChangeArrowheads="1"/>
          </p:cNvSpPr>
          <p:nvPr/>
        </p:nvSpPr>
        <p:spPr bwMode="auto">
          <a:xfrm>
            <a:off x="3017520" y="1292134"/>
            <a:ext cx="15217244"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dirty="0"/>
          </a:p>
        </p:txBody>
      </p:sp>
      <p:sp>
        <p:nvSpPr>
          <p:cNvPr id="10" name="Rectangle 2"/>
          <p:cNvSpPr>
            <a:spLocks noChangeArrowheads="1"/>
          </p:cNvSpPr>
          <p:nvPr/>
        </p:nvSpPr>
        <p:spPr bwMode="auto">
          <a:xfrm>
            <a:off x="3513908" y="1174569"/>
            <a:ext cx="1501429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dirty="0"/>
          </a:p>
        </p:txBody>
      </p:sp>
      <p:sp>
        <p:nvSpPr>
          <p:cNvPr id="11" name="Rectangle 2"/>
          <p:cNvSpPr>
            <a:spLocks noChangeArrowheads="1"/>
          </p:cNvSpPr>
          <p:nvPr/>
        </p:nvSpPr>
        <p:spPr bwMode="auto">
          <a:xfrm>
            <a:off x="2769326" y="1409698"/>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12" name="Rectangle 2"/>
          <p:cNvSpPr>
            <a:spLocks noChangeArrowheads="1"/>
          </p:cNvSpPr>
          <p:nvPr/>
        </p:nvSpPr>
        <p:spPr bwMode="auto">
          <a:xfrm>
            <a:off x="3200400" y="130410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13" name="Rectangle 2"/>
          <p:cNvSpPr>
            <a:spLocks noChangeArrowheads="1"/>
          </p:cNvSpPr>
          <p:nvPr/>
        </p:nvSpPr>
        <p:spPr bwMode="auto">
          <a:xfrm>
            <a:off x="3294527" y="1553395"/>
            <a:ext cx="14911695"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dirty="0"/>
          </a:p>
        </p:txBody>
      </p:sp>
      <p:sp>
        <p:nvSpPr>
          <p:cNvPr id="14" name="Rectangle 4"/>
          <p:cNvSpPr>
            <a:spLocks noChangeArrowheads="1"/>
          </p:cNvSpPr>
          <p:nvPr/>
        </p:nvSpPr>
        <p:spPr bwMode="auto">
          <a:xfrm>
            <a:off x="3017520" y="1527262"/>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15" name="Rectangle 10">
            <a:extLst>
              <a:ext uri="{FF2B5EF4-FFF2-40B4-BE49-F238E27FC236}">
                <a16:creationId xmlns:a16="http://schemas.microsoft.com/office/drawing/2014/main" id="{318472BC-B67E-468F-881E-24FEF840DAA5}"/>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dirty="0"/>
          </a:p>
        </p:txBody>
      </p:sp>
      <p:sp>
        <p:nvSpPr>
          <p:cNvPr id="16" name="Rectangle 4">
            <a:extLst>
              <a:ext uri="{FF2B5EF4-FFF2-40B4-BE49-F238E27FC236}">
                <a16:creationId xmlns:a16="http://schemas.microsoft.com/office/drawing/2014/main" id="{663E1303-B260-41D0-8D28-127BA2198A3F}"/>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dirty="0"/>
          </a:p>
        </p:txBody>
      </p:sp>
      <p:sp>
        <p:nvSpPr>
          <p:cNvPr id="17" name="Rectangle 11">
            <a:extLst>
              <a:ext uri="{FF2B5EF4-FFF2-40B4-BE49-F238E27FC236}">
                <a16:creationId xmlns:a16="http://schemas.microsoft.com/office/drawing/2014/main" id="{2D605A74-9CA1-4FE3-93F2-C64384BFA58D}"/>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sp>
        <p:nvSpPr>
          <p:cNvPr id="18" name="Rectangle 19">
            <a:extLst>
              <a:ext uri="{FF2B5EF4-FFF2-40B4-BE49-F238E27FC236}">
                <a16:creationId xmlns:a16="http://schemas.microsoft.com/office/drawing/2014/main" id="{5487F3C5-214F-4F88-8A9D-ABF921837BF2}"/>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graphicFrame>
        <p:nvGraphicFramePr>
          <p:cNvPr id="20" name="Object 19">
            <a:extLst>
              <a:ext uri="{FF2B5EF4-FFF2-40B4-BE49-F238E27FC236}">
                <a16:creationId xmlns:a16="http://schemas.microsoft.com/office/drawing/2014/main" id="{053272A8-D612-4E82-A8CD-2A01A64EAFB7}"/>
              </a:ext>
            </a:extLst>
          </p:cNvPr>
          <p:cNvGraphicFramePr>
            <a:graphicFrameLocks noChangeAspect="1"/>
          </p:cNvGraphicFramePr>
          <p:nvPr>
            <p:extLst>
              <p:ext uri="{D42A27DB-BD31-4B8C-83A1-F6EECF244321}">
                <p14:modId xmlns:p14="http://schemas.microsoft.com/office/powerpoint/2010/main" val="1188814024"/>
              </p:ext>
            </p:extLst>
          </p:nvPr>
        </p:nvGraphicFramePr>
        <p:xfrm>
          <a:off x="2410610" y="1174184"/>
          <a:ext cx="6763870" cy="4509247"/>
        </p:xfrm>
        <a:graphic>
          <a:graphicData uri="http://schemas.openxmlformats.org/presentationml/2006/ole">
            <mc:AlternateContent xmlns:mc="http://schemas.openxmlformats.org/markup-compatibility/2006">
              <mc:Choice xmlns:v="urn:schemas-microsoft-com:vml" Requires="v">
                <p:oleObj spid="_x0000_s23578" name="Visio" r:id="rId3" imgW="5752895" imgH="3838395" progId="Visio.Drawing.15">
                  <p:embed/>
                </p:oleObj>
              </mc:Choice>
              <mc:Fallback>
                <p:oleObj name="Visio" r:id="rId3" imgW="5752895" imgH="3838395" progId="Visio.Drawing.15">
                  <p:embed/>
                  <p:pic>
                    <p:nvPicPr>
                      <p:cNvPr id="0" name="Object 1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10610" y="1174184"/>
                        <a:ext cx="6763870" cy="4509247"/>
                      </a:xfrm>
                      <a:prstGeom prst="rect">
                        <a:avLst/>
                      </a:prstGeom>
                      <a:noFill/>
                    </p:spPr>
                  </p:pic>
                </p:oleObj>
              </mc:Fallback>
            </mc:AlternateContent>
          </a:graphicData>
        </a:graphic>
      </p:graphicFrame>
    </p:spTree>
    <p:extLst>
      <p:ext uri="{BB962C8B-B14F-4D97-AF65-F5344CB8AC3E}">
        <p14:creationId xmlns:p14="http://schemas.microsoft.com/office/powerpoint/2010/main" val="64657386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0628" y="169818"/>
            <a:ext cx="12192000" cy="625926"/>
          </a:xfrm>
        </p:spPr>
        <p:txBody>
          <a:bodyPr>
            <a:normAutofit fontScale="90000"/>
          </a:bodyPr>
          <a:lstStyle/>
          <a:p>
            <a:pPr>
              <a:lnSpc>
                <a:spcPct val="150000"/>
              </a:lnSpc>
            </a:pPr>
            <a:r>
              <a:rPr lang="en-US" cap="none" dirty="0">
                <a:latin typeface="Cambria" panose="02040503050406030204" pitchFamily="18" charset="0"/>
                <a:ea typeface="Cambria" panose="02040503050406030204" pitchFamily="18" charset="0"/>
              </a:rPr>
              <a:t>Sequence Diagram</a:t>
            </a:r>
          </a:p>
        </p:txBody>
      </p:sp>
      <p:sp>
        <p:nvSpPr>
          <p:cNvPr id="3" name="Rectangle 2"/>
          <p:cNvSpPr>
            <a:spLocks noChangeArrowheads="1"/>
          </p:cNvSpPr>
          <p:nvPr/>
        </p:nvSpPr>
        <p:spPr bwMode="auto">
          <a:xfrm>
            <a:off x="3017520" y="14097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6" name="Title 1"/>
          <p:cNvSpPr txBox="1">
            <a:spLocks/>
          </p:cNvSpPr>
          <p:nvPr/>
        </p:nvSpPr>
        <p:spPr>
          <a:xfrm>
            <a:off x="-130628" y="666208"/>
            <a:ext cx="12192000" cy="625926"/>
          </a:xfrm>
          <a:prstGeom prst="rect">
            <a:avLst/>
          </a:prstGeom>
        </p:spPr>
        <p:txBody>
          <a:bodyPr vert="horz" lIns="91440" tIns="45720" rIns="91440" bIns="45720" rtlCol="0" anchor="b">
            <a:normAutofit fontScale="52500" lnSpcReduction="20000"/>
          </a:bodyPr>
          <a:lstStyle>
            <a:lvl1pPr algn="ctr" defTabSz="914400" rtl="0" eaLnBrk="1" latinLnBrk="0" hangingPunct="1">
              <a:lnSpc>
                <a:spcPct val="90000"/>
              </a:lnSpc>
              <a:spcBef>
                <a:spcPct val="0"/>
              </a:spcBef>
              <a:buNone/>
              <a:defRPr sz="4800" kern="1200" cap="all" baseline="0">
                <a:solidFill>
                  <a:schemeClr val="tx1"/>
                </a:solidFill>
                <a:effectLst/>
                <a:latin typeface="+mj-lt"/>
                <a:ea typeface="+mj-ea"/>
                <a:cs typeface="+mj-cs"/>
              </a:defRPr>
            </a:lvl1pPr>
          </a:lstStyle>
          <a:p>
            <a:pPr>
              <a:lnSpc>
                <a:spcPct val="150000"/>
              </a:lnSpc>
            </a:pPr>
            <a:r>
              <a:rPr lang="en-US" cap="none" dirty="0">
                <a:latin typeface="Cambria" panose="02040503050406030204" pitchFamily="18" charset="0"/>
                <a:ea typeface="Cambria" panose="02040503050406030204" pitchFamily="18" charset="0"/>
              </a:rPr>
              <a:t>Logout</a:t>
            </a:r>
          </a:p>
        </p:txBody>
      </p:sp>
      <p:sp>
        <p:nvSpPr>
          <p:cNvPr id="5" name="Rectangle 2"/>
          <p:cNvSpPr>
            <a:spLocks noChangeArrowheads="1"/>
          </p:cNvSpPr>
          <p:nvPr/>
        </p:nvSpPr>
        <p:spPr bwMode="auto">
          <a:xfrm>
            <a:off x="3017520" y="14097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4" name="Rectangle 2"/>
          <p:cNvSpPr>
            <a:spLocks noChangeArrowheads="1"/>
          </p:cNvSpPr>
          <p:nvPr/>
        </p:nvSpPr>
        <p:spPr bwMode="auto">
          <a:xfrm>
            <a:off x="2769326" y="14097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7" name="Rectangle 2"/>
          <p:cNvSpPr>
            <a:spLocks noChangeArrowheads="1"/>
          </p:cNvSpPr>
          <p:nvPr/>
        </p:nvSpPr>
        <p:spPr bwMode="auto">
          <a:xfrm>
            <a:off x="3294528" y="1409700"/>
            <a:ext cx="15377827"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dirty="0"/>
          </a:p>
        </p:txBody>
      </p:sp>
      <p:sp>
        <p:nvSpPr>
          <p:cNvPr id="8" name="Rectangle 2"/>
          <p:cNvSpPr>
            <a:spLocks noChangeArrowheads="1"/>
          </p:cNvSpPr>
          <p:nvPr/>
        </p:nvSpPr>
        <p:spPr bwMode="auto">
          <a:xfrm>
            <a:off x="3200400" y="1292134"/>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9" name="Rectangle 2"/>
          <p:cNvSpPr>
            <a:spLocks noChangeArrowheads="1"/>
          </p:cNvSpPr>
          <p:nvPr/>
        </p:nvSpPr>
        <p:spPr bwMode="auto">
          <a:xfrm>
            <a:off x="3017520" y="1292134"/>
            <a:ext cx="15217244"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dirty="0"/>
          </a:p>
        </p:txBody>
      </p:sp>
      <p:sp>
        <p:nvSpPr>
          <p:cNvPr id="10" name="Rectangle 2"/>
          <p:cNvSpPr>
            <a:spLocks noChangeArrowheads="1"/>
          </p:cNvSpPr>
          <p:nvPr/>
        </p:nvSpPr>
        <p:spPr bwMode="auto">
          <a:xfrm>
            <a:off x="3513908" y="1174569"/>
            <a:ext cx="1501429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dirty="0"/>
          </a:p>
        </p:txBody>
      </p:sp>
      <p:sp>
        <p:nvSpPr>
          <p:cNvPr id="11" name="Rectangle 2"/>
          <p:cNvSpPr>
            <a:spLocks noChangeArrowheads="1"/>
          </p:cNvSpPr>
          <p:nvPr/>
        </p:nvSpPr>
        <p:spPr bwMode="auto">
          <a:xfrm>
            <a:off x="2769326" y="1409698"/>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12" name="Rectangle 2"/>
          <p:cNvSpPr>
            <a:spLocks noChangeArrowheads="1"/>
          </p:cNvSpPr>
          <p:nvPr/>
        </p:nvSpPr>
        <p:spPr bwMode="auto">
          <a:xfrm>
            <a:off x="3200400" y="130410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13" name="Rectangle 2"/>
          <p:cNvSpPr>
            <a:spLocks noChangeArrowheads="1"/>
          </p:cNvSpPr>
          <p:nvPr/>
        </p:nvSpPr>
        <p:spPr bwMode="auto">
          <a:xfrm>
            <a:off x="3294527" y="1553395"/>
            <a:ext cx="14911695"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dirty="0"/>
          </a:p>
        </p:txBody>
      </p:sp>
      <p:sp>
        <p:nvSpPr>
          <p:cNvPr id="14" name="Rectangle 4"/>
          <p:cNvSpPr>
            <a:spLocks noChangeArrowheads="1"/>
          </p:cNvSpPr>
          <p:nvPr/>
        </p:nvSpPr>
        <p:spPr bwMode="auto">
          <a:xfrm>
            <a:off x="3017520" y="1527262"/>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15" name="Rectangle 10">
            <a:extLst>
              <a:ext uri="{FF2B5EF4-FFF2-40B4-BE49-F238E27FC236}">
                <a16:creationId xmlns:a16="http://schemas.microsoft.com/office/drawing/2014/main" id="{318472BC-B67E-468F-881E-24FEF840DAA5}"/>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dirty="0"/>
          </a:p>
        </p:txBody>
      </p:sp>
      <p:sp>
        <p:nvSpPr>
          <p:cNvPr id="16" name="Rectangle 4">
            <a:extLst>
              <a:ext uri="{FF2B5EF4-FFF2-40B4-BE49-F238E27FC236}">
                <a16:creationId xmlns:a16="http://schemas.microsoft.com/office/drawing/2014/main" id="{663E1303-B260-41D0-8D28-127BA2198A3F}"/>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dirty="0"/>
          </a:p>
        </p:txBody>
      </p:sp>
      <p:sp>
        <p:nvSpPr>
          <p:cNvPr id="17" name="Rectangle 11">
            <a:extLst>
              <a:ext uri="{FF2B5EF4-FFF2-40B4-BE49-F238E27FC236}">
                <a16:creationId xmlns:a16="http://schemas.microsoft.com/office/drawing/2014/main" id="{2D605A74-9CA1-4FE3-93F2-C64384BFA58D}"/>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sp>
        <p:nvSpPr>
          <p:cNvPr id="18" name="Rectangle 19">
            <a:extLst>
              <a:ext uri="{FF2B5EF4-FFF2-40B4-BE49-F238E27FC236}">
                <a16:creationId xmlns:a16="http://schemas.microsoft.com/office/drawing/2014/main" id="{5487F3C5-214F-4F88-8A9D-ABF921837BF2}"/>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sp>
        <p:nvSpPr>
          <p:cNvPr id="19" name="Rectangle 4">
            <a:extLst>
              <a:ext uri="{FF2B5EF4-FFF2-40B4-BE49-F238E27FC236}">
                <a16:creationId xmlns:a16="http://schemas.microsoft.com/office/drawing/2014/main" id="{20AD55BB-5D8B-4193-9550-45230E989E2B}"/>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graphicFrame>
        <p:nvGraphicFramePr>
          <p:cNvPr id="21" name="Object 20">
            <a:extLst>
              <a:ext uri="{FF2B5EF4-FFF2-40B4-BE49-F238E27FC236}">
                <a16:creationId xmlns:a16="http://schemas.microsoft.com/office/drawing/2014/main" id="{EE7D5948-7180-4604-A1F0-8A9A7BCA139A}"/>
              </a:ext>
            </a:extLst>
          </p:cNvPr>
          <p:cNvGraphicFramePr>
            <a:graphicFrameLocks noChangeAspect="1"/>
          </p:cNvGraphicFramePr>
          <p:nvPr>
            <p:extLst>
              <p:ext uri="{D42A27DB-BD31-4B8C-83A1-F6EECF244321}">
                <p14:modId xmlns:p14="http://schemas.microsoft.com/office/powerpoint/2010/main" val="634072091"/>
              </p:ext>
            </p:extLst>
          </p:nvPr>
        </p:nvGraphicFramePr>
        <p:xfrm>
          <a:off x="4089507" y="1262353"/>
          <a:ext cx="3751730" cy="5221624"/>
        </p:xfrm>
        <a:graphic>
          <a:graphicData uri="http://schemas.openxmlformats.org/presentationml/2006/ole">
            <mc:AlternateContent xmlns:mc="http://schemas.openxmlformats.org/markup-compatibility/2006">
              <mc:Choice xmlns:v="urn:schemas-microsoft-com:vml" Requires="v">
                <p:oleObj spid="_x0000_s28683" name="Visio" r:id="rId3" imgW="2552682" imgH="3552989" progId="Visio.Drawing.15">
                  <p:embed/>
                </p:oleObj>
              </mc:Choice>
              <mc:Fallback>
                <p:oleObj name="Visio" r:id="rId3" imgW="2552682" imgH="3552989" progId="Visio.Drawing.15">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89507" y="1262353"/>
                        <a:ext cx="3751730" cy="5221624"/>
                      </a:xfrm>
                      <a:prstGeom prst="rect">
                        <a:avLst/>
                      </a:prstGeom>
                      <a:noFill/>
                    </p:spPr>
                  </p:pic>
                </p:oleObj>
              </mc:Fallback>
            </mc:AlternateContent>
          </a:graphicData>
        </a:graphic>
      </p:graphicFrame>
    </p:spTree>
    <p:extLst>
      <p:ext uri="{BB962C8B-B14F-4D97-AF65-F5344CB8AC3E}">
        <p14:creationId xmlns:p14="http://schemas.microsoft.com/office/powerpoint/2010/main" val="132291356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85956"/>
            <a:ext cx="12192000" cy="625926"/>
          </a:xfrm>
        </p:spPr>
        <p:txBody>
          <a:bodyPr>
            <a:noAutofit/>
          </a:bodyPr>
          <a:lstStyle/>
          <a:p>
            <a:pPr>
              <a:lnSpc>
                <a:spcPct val="150000"/>
              </a:lnSpc>
            </a:pPr>
            <a:r>
              <a:rPr lang="en-US" sz="3600" cap="none" dirty="0">
                <a:latin typeface="Cambria" panose="02040503050406030204" pitchFamily="18" charset="0"/>
                <a:ea typeface="Cambria" panose="02040503050406030204" pitchFamily="18" charset="0"/>
              </a:rPr>
              <a:t>Logical Model/ Class Diagram</a:t>
            </a:r>
          </a:p>
        </p:txBody>
      </p:sp>
      <p:sp>
        <p:nvSpPr>
          <p:cNvPr id="3" name="Rectangle 2"/>
          <p:cNvSpPr>
            <a:spLocks noChangeArrowheads="1"/>
          </p:cNvSpPr>
          <p:nvPr/>
        </p:nvSpPr>
        <p:spPr bwMode="auto">
          <a:xfrm>
            <a:off x="3017520" y="14097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5" name="Rectangle 2"/>
          <p:cNvSpPr>
            <a:spLocks noChangeArrowheads="1"/>
          </p:cNvSpPr>
          <p:nvPr/>
        </p:nvSpPr>
        <p:spPr bwMode="auto">
          <a:xfrm>
            <a:off x="3017520" y="14097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4" name="Rectangle 2"/>
          <p:cNvSpPr>
            <a:spLocks noChangeArrowheads="1"/>
          </p:cNvSpPr>
          <p:nvPr/>
        </p:nvSpPr>
        <p:spPr bwMode="auto">
          <a:xfrm>
            <a:off x="2769326" y="14097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7" name="Rectangle 2"/>
          <p:cNvSpPr>
            <a:spLocks noChangeArrowheads="1"/>
          </p:cNvSpPr>
          <p:nvPr/>
        </p:nvSpPr>
        <p:spPr bwMode="auto">
          <a:xfrm>
            <a:off x="3294528" y="1409700"/>
            <a:ext cx="15377827"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dirty="0"/>
          </a:p>
        </p:txBody>
      </p:sp>
      <p:sp>
        <p:nvSpPr>
          <p:cNvPr id="8" name="Rectangle 2"/>
          <p:cNvSpPr>
            <a:spLocks noChangeArrowheads="1"/>
          </p:cNvSpPr>
          <p:nvPr/>
        </p:nvSpPr>
        <p:spPr bwMode="auto">
          <a:xfrm>
            <a:off x="3200400" y="1292134"/>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9" name="Rectangle 2"/>
          <p:cNvSpPr>
            <a:spLocks noChangeArrowheads="1"/>
          </p:cNvSpPr>
          <p:nvPr/>
        </p:nvSpPr>
        <p:spPr bwMode="auto">
          <a:xfrm>
            <a:off x="3017520" y="1292134"/>
            <a:ext cx="15217244"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dirty="0"/>
          </a:p>
        </p:txBody>
      </p:sp>
      <p:sp>
        <p:nvSpPr>
          <p:cNvPr id="10" name="Rectangle 2"/>
          <p:cNvSpPr>
            <a:spLocks noChangeArrowheads="1"/>
          </p:cNvSpPr>
          <p:nvPr/>
        </p:nvSpPr>
        <p:spPr bwMode="auto">
          <a:xfrm>
            <a:off x="3513908" y="1174569"/>
            <a:ext cx="1501429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dirty="0"/>
          </a:p>
        </p:txBody>
      </p:sp>
      <p:sp>
        <p:nvSpPr>
          <p:cNvPr id="11" name="Rectangle 2"/>
          <p:cNvSpPr>
            <a:spLocks noChangeArrowheads="1"/>
          </p:cNvSpPr>
          <p:nvPr/>
        </p:nvSpPr>
        <p:spPr bwMode="auto">
          <a:xfrm>
            <a:off x="2769326" y="1409698"/>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12" name="Rectangle 2"/>
          <p:cNvSpPr>
            <a:spLocks noChangeArrowheads="1"/>
          </p:cNvSpPr>
          <p:nvPr/>
        </p:nvSpPr>
        <p:spPr bwMode="auto">
          <a:xfrm>
            <a:off x="3200400" y="130410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13" name="Rectangle 2"/>
          <p:cNvSpPr>
            <a:spLocks noChangeArrowheads="1"/>
          </p:cNvSpPr>
          <p:nvPr/>
        </p:nvSpPr>
        <p:spPr bwMode="auto">
          <a:xfrm>
            <a:off x="3294527" y="1553395"/>
            <a:ext cx="14911695"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dirty="0"/>
          </a:p>
        </p:txBody>
      </p:sp>
      <p:sp>
        <p:nvSpPr>
          <p:cNvPr id="14" name="Rectangle 4"/>
          <p:cNvSpPr>
            <a:spLocks noChangeArrowheads="1"/>
          </p:cNvSpPr>
          <p:nvPr/>
        </p:nvSpPr>
        <p:spPr bwMode="auto">
          <a:xfrm>
            <a:off x="3017520" y="1527262"/>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15" name="Rectangle 2"/>
          <p:cNvSpPr>
            <a:spLocks noChangeArrowheads="1"/>
          </p:cNvSpPr>
          <p:nvPr/>
        </p:nvSpPr>
        <p:spPr bwMode="auto">
          <a:xfrm>
            <a:off x="4362994" y="1644824"/>
            <a:ext cx="17182763"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dirty="0"/>
          </a:p>
        </p:txBody>
      </p:sp>
      <p:sp>
        <p:nvSpPr>
          <p:cNvPr id="6" name="Rectangle 2">
            <a:extLst>
              <a:ext uri="{FF2B5EF4-FFF2-40B4-BE49-F238E27FC236}">
                <a16:creationId xmlns:a16="http://schemas.microsoft.com/office/drawing/2014/main" id="{1A5F532D-55B8-4BD5-8637-09CC21E5ADD5}"/>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dirty="0"/>
          </a:p>
        </p:txBody>
      </p:sp>
      <p:sp>
        <p:nvSpPr>
          <p:cNvPr id="16" name="Rectangle 2">
            <a:extLst>
              <a:ext uri="{FF2B5EF4-FFF2-40B4-BE49-F238E27FC236}">
                <a16:creationId xmlns:a16="http://schemas.microsoft.com/office/drawing/2014/main" id="{9EBF6F91-B27F-4D26-B09D-1A74B4420711}"/>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sp>
        <p:nvSpPr>
          <p:cNvPr id="18" name="Rectangle 7">
            <a:extLst>
              <a:ext uri="{FF2B5EF4-FFF2-40B4-BE49-F238E27FC236}">
                <a16:creationId xmlns:a16="http://schemas.microsoft.com/office/drawing/2014/main" id="{5D46BB72-56A7-4051-935D-EA62F9A1182D}"/>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graphicFrame>
        <p:nvGraphicFramePr>
          <p:cNvPr id="19" name="Object 18">
            <a:extLst>
              <a:ext uri="{FF2B5EF4-FFF2-40B4-BE49-F238E27FC236}">
                <a16:creationId xmlns:a16="http://schemas.microsoft.com/office/drawing/2014/main" id="{91A61F6D-999A-42FA-83F9-9C2FB37AE563}"/>
              </a:ext>
            </a:extLst>
          </p:cNvPr>
          <p:cNvGraphicFramePr>
            <a:graphicFrameLocks noChangeAspect="1"/>
          </p:cNvGraphicFramePr>
          <p:nvPr>
            <p:extLst>
              <p:ext uri="{D42A27DB-BD31-4B8C-83A1-F6EECF244321}">
                <p14:modId xmlns:p14="http://schemas.microsoft.com/office/powerpoint/2010/main" val="2115154980"/>
              </p:ext>
            </p:extLst>
          </p:nvPr>
        </p:nvGraphicFramePr>
        <p:xfrm>
          <a:off x="2297206" y="997841"/>
          <a:ext cx="7597588" cy="5674203"/>
        </p:xfrm>
        <a:graphic>
          <a:graphicData uri="http://schemas.openxmlformats.org/presentationml/2006/ole">
            <mc:AlternateContent xmlns:mc="http://schemas.openxmlformats.org/markup-compatibility/2006">
              <mc:Choice xmlns:v="urn:schemas-microsoft-com:vml" Requires="v">
                <p:oleObj spid="_x0000_s29707" name="Visio" r:id="rId3" imgW="19183503" imgH="19173784" progId="Visio.Drawing.15">
                  <p:embed/>
                </p:oleObj>
              </mc:Choice>
              <mc:Fallback>
                <p:oleObj name="Visio" r:id="rId3" imgW="19183503" imgH="19173784" progId="Visio.Drawing.15">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97206" y="997841"/>
                        <a:ext cx="7597588" cy="5674203"/>
                      </a:xfrm>
                      <a:prstGeom prst="rect">
                        <a:avLst/>
                      </a:prstGeom>
                      <a:noFill/>
                    </p:spPr>
                  </p:pic>
                </p:oleObj>
              </mc:Fallback>
            </mc:AlternateContent>
          </a:graphicData>
        </a:graphic>
      </p:graphicFrame>
    </p:spTree>
    <p:extLst>
      <p:ext uri="{BB962C8B-B14F-4D97-AF65-F5344CB8AC3E}">
        <p14:creationId xmlns:p14="http://schemas.microsoft.com/office/powerpoint/2010/main" val="319397461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18115"/>
            <a:ext cx="12192000" cy="608026"/>
          </a:xfrm>
        </p:spPr>
        <p:txBody>
          <a:bodyPr>
            <a:noAutofit/>
          </a:bodyPr>
          <a:lstStyle/>
          <a:p>
            <a:pPr>
              <a:lnSpc>
                <a:spcPct val="150000"/>
              </a:lnSpc>
            </a:pPr>
            <a:r>
              <a:rPr lang="en-US" sz="3600" cap="none" dirty="0">
                <a:latin typeface="Cambria" panose="02040503050406030204" pitchFamily="18" charset="0"/>
                <a:ea typeface="Cambria" panose="02040503050406030204" pitchFamily="18" charset="0"/>
              </a:rPr>
              <a:t>Entity Relationship Diagram</a:t>
            </a:r>
          </a:p>
        </p:txBody>
      </p:sp>
      <p:sp>
        <p:nvSpPr>
          <p:cNvPr id="3" name="Rectangle 2"/>
          <p:cNvSpPr>
            <a:spLocks noChangeArrowheads="1"/>
          </p:cNvSpPr>
          <p:nvPr/>
        </p:nvSpPr>
        <p:spPr bwMode="auto">
          <a:xfrm>
            <a:off x="3017520" y="14097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5" name="Rectangle 2"/>
          <p:cNvSpPr>
            <a:spLocks noChangeArrowheads="1"/>
          </p:cNvSpPr>
          <p:nvPr/>
        </p:nvSpPr>
        <p:spPr bwMode="auto">
          <a:xfrm>
            <a:off x="3017520" y="14097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4" name="Rectangle 2"/>
          <p:cNvSpPr>
            <a:spLocks noChangeArrowheads="1"/>
          </p:cNvSpPr>
          <p:nvPr/>
        </p:nvSpPr>
        <p:spPr bwMode="auto">
          <a:xfrm>
            <a:off x="2769326" y="14097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7" name="Rectangle 2"/>
          <p:cNvSpPr>
            <a:spLocks noChangeArrowheads="1"/>
          </p:cNvSpPr>
          <p:nvPr/>
        </p:nvSpPr>
        <p:spPr bwMode="auto">
          <a:xfrm>
            <a:off x="3294528" y="1409700"/>
            <a:ext cx="15377827"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dirty="0"/>
          </a:p>
        </p:txBody>
      </p:sp>
      <p:sp>
        <p:nvSpPr>
          <p:cNvPr id="8" name="Rectangle 2"/>
          <p:cNvSpPr>
            <a:spLocks noChangeArrowheads="1"/>
          </p:cNvSpPr>
          <p:nvPr/>
        </p:nvSpPr>
        <p:spPr bwMode="auto">
          <a:xfrm>
            <a:off x="3200400" y="1292134"/>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9" name="Rectangle 2"/>
          <p:cNvSpPr>
            <a:spLocks noChangeArrowheads="1"/>
          </p:cNvSpPr>
          <p:nvPr/>
        </p:nvSpPr>
        <p:spPr bwMode="auto">
          <a:xfrm>
            <a:off x="3017520" y="1292134"/>
            <a:ext cx="15217244"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dirty="0"/>
          </a:p>
        </p:txBody>
      </p:sp>
      <p:sp>
        <p:nvSpPr>
          <p:cNvPr id="10" name="Rectangle 2"/>
          <p:cNvSpPr>
            <a:spLocks noChangeArrowheads="1"/>
          </p:cNvSpPr>
          <p:nvPr/>
        </p:nvSpPr>
        <p:spPr bwMode="auto">
          <a:xfrm>
            <a:off x="3513908" y="1174569"/>
            <a:ext cx="1501429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dirty="0"/>
          </a:p>
        </p:txBody>
      </p:sp>
      <p:sp>
        <p:nvSpPr>
          <p:cNvPr id="11" name="Rectangle 2"/>
          <p:cNvSpPr>
            <a:spLocks noChangeArrowheads="1"/>
          </p:cNvSpPr>
          <p:nvPr/>
        </p:nvSpPr>
        <p:spPr bwMode="auto">
          <a:xfrm>
            <a:off x="2769326" y="1409698"/>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12" name="Rectangle 2"/>
          <p:cNvSpPr>
            <a:spLocks noChangeArrowheads="1"/>
          </p:cNvSpPr>
          <p:nvPr/>
        </p:nvSpPr>
        <p:spPr bwMode="auto">
          <a:xfrm>
            <a:off x="3200400" y="130410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13" name="Rectangle 2"/>
          <p:cNvSpPr>
            <a:spLocks noChangeArrowheads="1"/>
          </p:cNvSpPr>
          <p:nvPr/>
        </p:nvSpPr>
        <p:spPr bwMode="auto">
          <a:xfrm>
            <a:off x="3294527" y="1553395"/>
            <a:ext cx="14911695"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dirty="0"/>
          </a:p>
        </p:txBody>
      </p:sp>
      <p:sp>
        <p:nvSpPr>
          <p:cNvPr id="14" name="Rectangle 4"/>
          <p:cNvSpPr>
            <a:spLocks noChangeArrowheads="1"/>
          </p:cNvSpPr>
          <p:nvPr/>
        </p:nvSpPr>
        <p:spPr bwMode="auto">
          <a:xfrm>
            <a:off x="3017520" y="1527262"/>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15" name="Rectangle 2"/>
          <p:cNvSpPr>
            <a:spLocks noChangeArrowheads="1"/>
          </p:cNvSpPr>
          <p:nvPr/>
        </p:nvSpPr>
        <p:spPr bwMode="auto">
          <a:xfrm>
            <a:off x="4362994" y="1644824"/>
            <a:ext cx="17182763"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dirty="0"/>
          </a:p>
        </p:txBody>
      </p:sp>
      <p:sp>
        <p:nvSpPr>
          <p:cNvPr id="6" name="Rectangle 2">
            <a:extLst>
              <a:ext uri="{FF2B5EF4-FFF2-40B4-BE49-F238E27FC236}">
                <a16:creationId xmlns:a16="http://schemas.microsoft.com/office/drawing/2014/main" id="{83F8CEA8-0E78-4181-860C-5036E754A938}"/>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dirty="0"/>
          </a:p>
        </p:txBody>
      </p:sp>
      <p:sp>
        <p:nvSpPr>
          <p:cNvPr id="16" name="Rectangle 2">
            <a:extLst>
              <a:ext uri="{FF2B5EF4-FFF2-40B4-BE49-F238E27FC236}">
                <a16:creationId xmlns:a16="http://schemas.microsoft.com/office/drawing/2014/main" id="{3E867FF9-C0E0-4DC7-9694-EC470331D270}"/>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sp>
        <p:nvSpPr>
          <p:cNvPr id="17" name="Rectangle 7">
            <a:extLst>
              <a:ext uri="{FF2B5EF4-FFF2-40B4-BE49-F238E27FC236}">
                <a16:creationId xmlns:a16="http://schemas.microsoft.com/office/drawing/2014/main" id="{42F3101E-7881-462E-902D-64D7743D4FD9}"/>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graphicFrame>
        <p:nvGraphicFramePr>
          <p:cNvPr id="19" name="Object 18">
            <a:extLst>
              <a:ext uri="{FF2B5EF4-FFF2-40B4-BE49-F238E27FC236}">
                <a16:creationId xmlns:a16="http://schemas.microsoft.com/office/drawing/2014/main" id="{2387B96A-FAD4-4072-B883-22A0C53DFF26}"/>
              </a:ext>
            </a:extLst>
          </p:cNvPr>
          <p:cNvGraphicFramePr>
            <a:graphicFrameLocks noChangeAspect="1"/>
          </p:cNvGraphicFramePr>
          <p:nvPr>
            <p:extLst>
              <p:ext uri="{D42A27DB-BD31-4B8C-83A1-F6EECF244321}">
                <p14:modId xmlns:p14="http://schemas.microsoft.com/office/powerpoint/2010/main" val="1544469785"/>
              </p:ext>
            </p:extLst>
          </p:nvPr>
        </p:nvGraphicFramePr>
        <p:xfrm>
          <a:off x="1752600" y="844255"/>
          <a:ext cx="8686800" cy="5548882"/>
        </p:xfrm>
        <a:graphic>
          <a:graphicData uri="http://schemas.openxmlformats.org/presentationml/2006/ole">
            <mc:AlternateContent xmlns:mc="http://schemas.openxmlformats.org/markup-compatibility/2006">
              <mc:Choice xmlns:v="urn:schemas-microsoft-com:vml" Requires="v">
                <p:oleObj spid="_x0000_s30731" name="Visio" r:id="rId3" imgW="10296585" imgH="8039139" progId="Visio.Drawing.15">
                  <p:embed/>
                </p:oleObj>
              </mc:Choice>
              <mc:Fallback>
                <p:oleObj name="Visio" r:id="rId3" imgW="10296585" imgH="8039139" progId="Visio.Drawing.15">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52600" y="844255"/>
                        <a:ext cx="8686800" cy="5548882"/>
                      </a:xfrm>
                      <a:prstGeom prst="rect">
                        <a:avLst/>
                      </a:prstGeom>
                      <a:noFill/>
                    </p:spPr>
                  </p:pic>
                </p:oleObj>
              </mc:Fallback>
            </mc:AlternateContent>
          </a:graphicData>
        </a:graphic>
      </p:graphicFrame>
    </p:spTree>
    <p:extLst>
      <p:ext uri="{BB962C8B-B14F-4D97-AF65-F5344CB8AC3E}">
        <p14:creationId xmlns:p14="http://schemas.microsoft.com/office/powerpoint/2010/main" val="292364410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1971"/>
            <a:ext cx="12192000" cy="625926"/>
          </a:xfrm>
        </p:spPr>
        <p:txBody>
          <a:bodyPr>
            <a:noAutofit/>
          </a:bodyPr>
          <a:lstStyle/>
          <a:p>
            <a:pPr>
              <a:lnSpc>
                <a:spcPct val="150000"/>
              </a:lnSpc>
            </a:pPr>
            <a:r>
              <a:rPr lang="en-US" sz="3600" cap="none" dirty="0">
                <a:latin typeface="Cambria" panose="02040503050406030204" pitchFamily="18" charset="0"/>
                <a:ea typeface="Cambria" panose="02040503050406030204" pitchFamily="18" charset="0"/>
              </a:rPr>
              <a:t>Database Diagram</a:t>
            </a:r>
          </a:p>
        </p:txBody>
      </p:sp>
      <p:sp>
        <p:nvSpPr>
          <p:cNvPr id="3" name="Rectangle 2"/>
          <p:cNvSpPr>
            <a:spLocks noChangeArrowheads="1"/>
          </p:cNvSpPr>
          <p:nvPr/>
        </p:nvSpPr>
        <p:spPr bwMode="auto">
          <a:xfrm>
            <a:off x="3017520" y="14097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5" name="Rectangle 2"/>
          <p:cNvSpPr>
            <a:spLocks noChangeArrowheads="1"/>
          </p:cNvSpPr>
          <p:nvPr/>
        </p:nvSpPr>
        <p:spPr bwMode="auto">
          <a:xfrm>
            <a:off x="3017520" y="14097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4" name="Rectangle 2"/>
          <p:cNvSpPr>
            <a:spLocks noChangeArrowheads="1"/>
          </p:cNvSpPr>
          <p:nvPr/>
        </p:nvSpPr>
        <p:spPr bwMode="auto">
          <a:xfrm>
            <a:off x="2769326" y="14097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7" name="Rectangle 2"/>
          <p:cNvSpPr>
            <a:spLocks noChangeArrowheads="1"/>
          </p:cNvSpPr>
          <p:nvPr/>
        </p:nvSpPr>
        <p:spPr bwMode="auto">
          <a:xfrm>
            <a:off x="3294528" y="1409700"/>
            <a:ext cx="15377827"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dirty="0"/>
          </a:p>
        </p:txBody>
      </p:sp>
      <p:sp>
        <p:nvSpPr>
          <p:cNvPr id="8" name="Rectangle 2"/>
          <p:cNvSpPr>
            <a:spLocks noChangeArrowheads="1"/>
          </p:cNvSpPr>
          <p:nvPr/>
        </p:nvSpPr>
        <p:spPr bwMode="auto">
          <a:xfrm>
            <a:off x="3200400" y="1292134"/>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9" name="Rectangle 2"/>
          <p:cNvSpPr>
            <a:spLocks noChangeArrowheads="1"/>
          </p:cNvSpPr>
          <p:nvPr/>
        </p:nvSpPr>
        <p:spPr bwMode="auto">
          <a:xfrm>
            <a:off x="3017520" y="1292134"/>
            <a:ext cx="15217244"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dirty="0"/>
          </a:p>
        </p:txBody>
      </p:sp>
      <p:sp>
        <p:nvSpPr>
          <p:cNvPr id="10" name="Rectangle 2"/>
          <p:cNvSpPr>
            <a:spLocks noChangeArrowheads="1"/>
          </p:cNvSpPr>
          <p:nvPr/>
        </p:nvSpPr>
        <p:spPr bwMode="auto">
          <a:xfrm>
            <a:off x="3513908" y="1174569"/>
            <a:ext cx="1501429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dirty="0"/>
          </a:p>
        </p:txBody>
      </p:sp>
      <p:sp>
        <p:nvSpPr>
          <p:cNvPr id="11" name="Rectangle 2"/>
          <p:cNvSpPr>
            <a:spLocks noChangeArrowheads="1"/>
          </p:cNvSpPr>
          <p:nvPr/>
        </p:nvSpPr>
        <p:spPr bwMode="auto">
          <a:xfrm>
            <a:off x="2769326" y="1409698"/>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12" name="Rectangle 2"/>
          <p:cNvSpPr>
            <a:spLocks noChangeArrowheads="1"/>
          </p:cNvSpPr>
          <p:nvPr/>
        </p:nvSpPr>
        <p:spPr bwMode="auto">
          <a:xfrm>
            <a:off x="3200400" y="130410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13" name="Rectangle 2"/>
          <p:cNvSpPr>
            <a:spLocks noChangeArrowheads="1"/>
          </p:cNvSpPr>
          <p:nvPr/>
        </p:nvSpPr>
        <p:spPr bwMode="auto">
          <a:xfrm>
            <a:off x="3294527" y="1553395"/>
            <a:ext cx="14911695"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dirty="0"/>
          </a:p>
        </p:txBody>
      </p:sp>
      <p:sp>
        <p:nvSpPr>
          <p:cNvPr id="14" name="Rectangle 4"/>
          <p:cNvSpPr>
            <a:spLocks noChangeArrowheads="1"/>
          </p:cNvSpPr>
          <p:nvPr/>
        </p:nvSpPr>
        <p:spPr bwMode="auto">
          <a:xfrm>
            <a:off x="3017520" y="1527262"/>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15" name="Rectangle 2"/>
          <p:cNvSpPr>
            <a:spLocks noChangeArrowheads="1"/>
          </p:cNvSpPr>
          <p:nvPr/>
        </p:nvSpPr>
        <p:spPr bwMode="auto">
          <a:xfrm>
            <a:off x="4362994" y="1644824"/>
            <a:ext cx="17182763"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dirty="0"/>
          </a:p>
        </p:txBody>
      </p:sp>
      <p:sp>
        <p:nvSpPr>
          <p:cNvPr id="6" name="Rectangle 2">
            <a:extLst>
              <a:ext uri="{FF2B5EF4-FFF2-40B4-BE49-F238E27FC236}">
                <a16:creationId xmlns:a16="http://schemas.microsoft.com/office/drawing/2014/main" id="{48FA8572-4886-4089-9CB9-D1B3695DB91F}"/>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dirty="0"/>
          </a:p>
        </p:txBody>
      </p:sp>
      <p:sp>
        <p:nvSpPr>
          <p:cNvPr id="16" name="Rectangle 2">
            <a:extLst>
              <a:ext uri="{FF2B5EF4-FFF2-40B4-BE49-F238E27FC236}">
                <a16:creationId xmlns:a16="http://schemas.microsoft.com/office/drawing/2014/main" id="{8C581594-EC32-430C-97E5-7346BE6AD022}"/>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sp>
        <p:nvSpPr>
          <p:cNvPr id="18" name="Rectangle 7">
            <a:extLst>
              <a:ext uri="{FF2B5EF4-FFF2-40B4-BE49-F238E27FC236}">
                <a16:creationId xmlns:a16="http://schemas.microsoft.com/office/drawing/2014/main" id="{62958182-105E-42C9-9009-295485AAD34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graphicFrame>
        <p:nvGraphicFramePr>
          <p:cNvPr id="19" name="Object 18">
            <a:extLst>
              <a:ext uri="{FF2B5EF4-FFF2-40B4-BE49-F238E27FC236}">
                <a16:creationId xmlns:a16="http://schemas.microsoft.com/office/drawing/2014/main" id="{4560BFDD-5F8E-493B-A158-4876BC20C0F1}"/>
              </a:ext>
            </a:extLst>
          </p:cNvPr>
          <p:cNvGraphicFramePr>
            <a:graphicFrameLocks noChangeAspect="1"/>
          </p:cNvGraphicFramePr>
          <p:nvPr>
            <p:extLst>
              <p:ext uri="{D42A27DB-BD31-4B8C-83A1-F6EECF244321}">
                <p14:modId xmlns:p14="http://schemas.microsoft.com/office/powerpoint/2010/main" val="901832942"/>
              </p:ext>
            </p:extLst>
          </p:nvPr>
        </p:nvGraphicFramePr>
        <p:xfrm>
          <a:off x="1925070" y="771156"/>
          <a:ext cx="8341860" cy="5898579"/>
        </p:xfrm>
        <a:graphic>
          <a:graphicData uri="http://schemas.openxmlformats.org/presentationml/2006/ole">
            <mc:AlternateContent xmlns:mc="http://schemas.openxmlformats.org/markup-compatibility/2006">
              <mc:Choice xmlns:v="urn:schemas-microsoft-com:vml" Requires="v">
                <p:oleObj spid="_x0000_s31755" name="Visio" r:id="rId3" imgW="14687470" imgH="14020926" progId="Visio.Drawing.15">
                  <p:embed/>
                </p:oleObj>
              </mc:Choice>
              <mc:Fallback>
                <p:oleObj name="Visio" r:id="rId3" imgW="14687470" imgH="14020926" progId="Visio.Drawing.15">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25070" y="771156"/>
                        <a:ext cx="8341860" cy="5898579"/>
                      </a:xfrm>
                      <a:prstGeom prst="rect">
                        <a:avLst/>
                      </a:prstGeom>
                      <a:noFill/>
                    </p:spPr>
                  </p:pic>
                </p:oleObj>
              </mc:Fallback>
            </mc:AlternateContent>
          </a:graphicData>
        </a:graphic>
      </p:graphicFrame>
    </p:spTree>
    <p:extLst>
      <p:ext uri="{BB962C8B-B14F-4D97-AF65-F5344CB8AC3E}">
        <p14:creationId xmlns:p14="http://schemas.microsoft.com/office/powerpoint/2010/main" val="268831706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0628" y="169818"/>
            <a:ext cx="12192000" cy="625926"/>
          </a:xfrm>
        </p:spPr>
        <p:txBody>
          <a:bodyPr>
            <a:normAutofit fontScale="90000"/>
          </a:bodyPr>
          <a:lstStyle/>
          <a:p>
            <a:pPr>
              <a:lnSpc>
                <a:spcPct val="150000"/>
              </a:lnSpc>
            </a:pPr>
            <a:r>
              <a:rPr lang="en-US" cap="none" dirty="0">
                <a:latin typeface="Cambria" panose="02040503050406030204" pitchFamily="18" charset="0"/>
                <a:ea typeface="Cambria" panose="02040503050406030204" pitchFamily="18" charset="0"/>
              </a:rPr>
              <a:t>User Interface</a:t>
            </a:r>
          </a:p>
        </p:txBody>
      </p:sp>
      <p:sp>
        <p:nvSpPr>
          <p:cNvPr id="3" name="Rectangle 2"/>
          <p:cNvSpPr>
            <a:spLocks noChangeArrowheads="1"/>
          </p:cNvSpPr>
          <p:nvPr/>
        </p:nvSpPr>
        <p:spPr bwMode="auto">
          <a:xfrm>
            <a:off x="3017520" y="14097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6" name="Title 1"/>
          <p:cNvSpPr txBox="1">
            <a:spLocks/>
          </p:cNvSpPr>
          <p:nvPr/>
        </p:nvSpPr>
        <p:spPr>
          <a:xfrm>
            <a:off x="-130628" y="666208"/>
            <a:ext cx="12192000" cy="625926"/>
          </a:xfrm>
          <a:prstGeom prst="rect">
            <a:avLst/>
          </a:prstGeom>
        </p:spPr>
        <p:txBody>
          <a:bodyPr vert="horz" lIns="91440" tIns="45720" rIns="91440" bIns="45720" rtlCol="0" anchor="b">
            <a:normAutofit fontScale="52500" lnSpcReduction="20000"/>
          </a:bodyPr>
          <a:lstStyle>
            <a:lvl1pPr algn="ctr" defTabSz="914400" rtl="0" eaLnBrk="1" latinLnBrk="0" hangingPunct="1">
              <a:lnSpc>
                <a:spcPct val="90000"/>
              </a:lnSpc>
              <a:spcBef>
                <a:spcPct val="0"/>
              </a:spcBef>
              <a:buNone/>
              <a:defRPr sz="4800" kern="1200" cap="all" baseline="0">
                <a:solidFill>
                  <a:schemeClr val="tx1"/>
                </a:solidFill>
                <a:effectLst/>
                <a:latin typeface="+mj-lt"/>
                <a:ea typeface="+mj-ea"/>
                <a:cs typeface="+mj-cs"/>
              </a:defRPr>
            </a:lvl1pPr>
          </a:lstStyle>
          <a:p>
            <a:pPr>
              <a:lnSpc>
                <a:spcPct val="150000"/>
              </a:lnSpc>
            </a:pPr>
            <a:r>
              <a:rPr lang="en-US" cap="none" dirty="0">
                <a:latin typeface="Cambria" panose="02040503050406030204" pitchFamily="18" charset="0"/>
                <a:ea typeface="Cambria" panose="02040503050406030204" pitchFamily="18" charset="0"/>
              </a:rPr>
              <a:t>Homepage</a:t>
            </a:r>
          </a:p>
        </p:txBody>
      </p:sp>
      <p:sp>
        <p:nvSpPr>
          <p:cNvPr id="5" name="Rectangle 2"/>
          <p:cNvSpPr>
            <a:spLocks noChangeArrowheads="1"/>
          </p:cNvSpPr>
          <p:nvPr/>
        </p:nvSpPr>
        <p:spPr bwMode="auto">
          <a:xfrm>
            <a:off x="3017520" y="14097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4" name="Rectangle 2"/>
          <p:cNvSpPr>
            <a:spLocks noChangeArrowheads="1"/>
          </p:cNvSpPr>
          <p:nvPr/>
        </p:nvSpPr>
        <p:spPr bwMode="auto">
          <a:xfrm>
            <a:off x="2769326" y="14097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7" name="Rectangle 2"/>
          <p:cNvSpPr>
            <a:spLocks noChangeArrowheads="1"/>
          </p:cNvSpPr>
          <p:nvPr/>
        </p:nvSpPr>
        <p:spPr bwMode="auto">
          <a:xfrm>
            <a:off x="3294528" y="1409700"/>
            <a:ext cx="15377827"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dirty="0"/>
          </a:p>
        </p:txBody>
      </p:sp>
      <p:sp>
        <p:nvSpPr>
          <p:cNvPr id="8" name="Rectangle 2"/>
          <p:cNvSpPr>
            <a:spLocks noChangeArrowheads="1"/>
          </p:cNvSpPr>
          <p:nvPr/>
        </p:nvSpPr>
        <p:spPr bwMode="auto">
          <a:xfrm>
            <a:off x="3200400" y="1292134"/>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9" name="Rectangle 2"/>
          <p:cNvSpPr>
            <a:spLocks noChangeArrowheads="1"/>
          </p:cNvSpPr>
          <p:nvPr/>
        </p:nvSpPr>
        <p:spPr bwMode="auto">
          <a:xfrm>
            <a:off x="3017520" y="1292134"/>
            <a:ext cx="15217244"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dirty="0"/>
          </a:p>
        </p:txBody>
      </p:sp>
      <p:sp>
        <p:nvSpPr>
          <p:cNvPr id="10" name="Rectangle 2"/>
          <p:cNvSpPr>
            <a:spLocks noChangeArrowheads="1"/>
          </p:cNvSpPr>
          <p:nvPr/>
        </p:nvSpPr>
        <p:spPr bwMode="auto">
          <a:xfrm>
            <a:off x="3513908" y="1174569"/>
            <a:ext cx="1501429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dirty="0"/>
          </a:p>
        </p:txBody>
      </p:sp>
      <p:sp>
        <p:nvSpPr>
          <p:cNvPr id="11" name="Rectangle 2"/>
          <p:cNvSpPr>
            <a:spLocks noChangeArrowheads="1"/>
          </p:cNvSpPr>
          <p:nvPr/>
        </p:nvSpPr>
        <p:spPr bwMode="auto">
          <a:xfrm>
            <a:off x="2769326" y="1409698"/>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12" name="Rectangle 2"/>
          <p:cNvSpPr>
            <a:spLocks noChangeArrowheads="1"/>
          </p:cNvSpPr>
          <p:nvPr/>
        </p:nvSpPr>
        <p:spPr bwMode="auto">
          <a:xfrm>
            <a:off x="3200400" y="130410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13" name="Rectangle 2"/>
          <p:cNvSpPr>
            <a:spLocks noChangeArrowheads="1"/>
          </p:cNvSpPr>
          <p:nvPr/>
        </p:nvSpPr>
        <p:spPr bwMode="auto">
          <a:xfrm>
            <a:off x="3294527" y="1553395"/>
            <a:ext cx="14911695"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dirty="0"/>
          </a:p>
        </p:txBody>
      </p:sp>
      <p:sp>
        <p:nvSpPr>
          <p:cNvPr id="14" name="Rectangle 4"/>
          <p:cNvSpPr>
            <a:spLocks noChangeArrowheads="1"/>
          </p:cNvSpPr>
          <p:nvPr/>
        </p:nvSpPr>
        <p:spPr bwMode="auto">
          <a:xfrm>
            <a:off x="3017520" y="1527262"/>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15" name="Rectangle 2"/>
          <p:cNvSpPr>
            <a:spLocks noChangeArrowheads="1"/>
          </p:cNvSpPr>
          <p:nvPr/>
        </p:nvSpPr>
        <p:spPr bwMode="auto">
          <a:xfrm>
            <a:off x="4362994" y="1644824"/>
            <a:ext cx="17182763"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dirty="0"/>
          </a:p>
        </p:txBody>
      </p:sp>
      <p:pic>
        <p:nvPicPr>
          <p:cNvPr id="32770" name="Picture 2">
            <a:extLst>
              <a:ext uri="{FF2B5EF4-FFF2-40B4-BE49-F238E27FC236}">
                <a16:creationId xmlns:a16="http://schemas.microsoft.com/office/drawing/2014/main" id="{4946C702-371F-484B-9D82-6587E71BCA35}"/>
              </a:ext>
            </a:extLst>
          </p:cNvPr>
          <p:cNvPicPr>
            <a:picLocks noChangeAspect="1" noChangeArrowheads="1"/>
          </p:cNvPicPr>
          <p:nvPr/>
        </p:nvPicPr>
        <p:blipFill>
          <a:blip r:embed="rId2"/>
          <a:srcRect/>
          <a:stretch/>
        </p:blipFill>
        <p:spPr bwMode="auto">
          <a:xfrm>
            <a:off x="1308559" y="1681258"/>
            <a:ext cx="9574882" cy="42001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4427514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0628" y="169818"/>
            <a:ext cx="12192000" cy="625926"/>
          </a:xfrm>
        </p:spPr>
        <p:txBody>
          <a:bodyPr>
            <a:normAutofit fontScale="90000"/>
          </a:bodyPr>
          <a:lstStyle/>
          <a:p>
            <a:pPr>
              <a:lnSpc>
                <a:spcPct val="150000"/>
              </a:lnSpc>
            </a:pPr>
            <a:r>
              <a:rPr lang="en-US" cap="none" dirty="0">
                <a:latin typeface="Cambria" panose="02040503050406030204" pitchFamily="18" charset="0"/>
                <a:ea typeface="Cambria" panose="02040503050406030204" pitchFamily="18" charset="0"/>
              </a:rPr>
              <a:t>User Interface</a:t>
            </a:r>
          </a:p>
        </p:txBody>
      </p:sp>
      <p:sp>
        <p:nvSpPr>
          <p:cNvPr id="3" name="Rectangle 2"/>
          <p:cNvSpPr>
            <a:spLocks noChangeArrowheads="1"/>
          </p:cNvSpPr>
          <p:nvPr/>
        </p:nvSpPr>
        <p:spPr bwMode="auto">
          <a:xfrm>
            <a:off x="3017520" y="14097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6" name="Title 1"/>
          <p:cNvSpPr txBox="1">
            <a:spLocks/>
          </p:cNvSpPr>
          <p:nvPr/>
        </p:nvSpPr>
        <p:spPr>
          <a:xfrm>
            <a:off x="-130628" y="666208"/>
            <a:ext cx="12192000" cy="625926"/>
          </a:xfrm>
          <a:prstGeom prst="rect">
            <a:avLst/>
          </a:prstGeom>
        </p:spPr>
        <p:txBody>
          <a:bodyPr vert="horz" lIns="91440" tIns="45720" rIns="91440" bIns="45720" rtlCol="0" anchor="b">
            <a:normAutofit fontScale="52500" lnSpcReduction="20000"/>
          </a:bodyPr>
          <a:lstStyle>
            <a:lvl1pPr algn="ctr" defTabSz="914400" rtl="0" eaLnBrk="1" latinLnBrk="0" hangingPunct="1">
              <a:lnSpc>
                <a:spcPct val="90000"/>
              </a:lnSpc>
              <a:spcBef>
                <a:spcPct val="0"/>
              </a:spcBef>
              <a:buNone/>
              <a:defRPr sz="4800" kern="1200" cap="all" baseline="0">
                <a:solidFill>
                  <a:schemeClr val="tx1"/>
                </a:solidFill>
                <a:effectLst/>
                <a:latin typeface="+mj-lt"/>
                <a:ea typeface="+mj-ea"/>
                <a:cs typeface="+mj-cs"/>
              </a:defRPr>
            </a:lvl1pPr>
          </a:lstStyle>
          <a:p>
            <a:pPr>
              <a:lnSpc>
                <a:spcPct val="150000"/>
              </a:lnSpc>
            </a:pPr>
            <a:r>
              <a:rPr lang="en-US" cap="none" dirty="0">
                <a:latin typeface="Cambria" panose="02040503050406030204" pitchFamily="18" charset="0"/>
                <a:ea typeface="Cambria" panose="02040503050406030204" pitchFamily="18" charset="0"/>
              </a:rPr>
              <a:t>View Service</a:t>
            </a:r>
          </a:p>
        </p:txBody>
      </p:sp>
      <p:sp>
        <p:nvSpPr>
          <p:cNvPr id="5" name="Rectangle 2"/>
          <p:cNvSpPr>
            <a:spLocks noChangeArrowheads="1"/>
          </p:cNvSpPr>
          <p:nvPr/>
        </p:nvSpPr>
        <p:spPr bwMode="auto">
          <a:xfrm>
            <a:off x="3017520" y="14097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4" name="Rectangle 2"/>
          <p:cNvSpPr>
            <a:spLocks noChangeArrowheads="1"/>
          </p:cNvSpPr>
          <p:nvPr/>
        </p:nvSpPr>
        <p:spPr bwMode="auto">
          <a:xfrm>
            <a:off x="2769326" y="14097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7" name="Rectangle 2"/>
          <p:cNvSpPr>
            <a:spLocks noChangeArrowheads="1"/>
          </p:cNvSpPr>
          <p:nvPr/>
        </p:nvSpPr>
        <p:spPr bwMode="auto">
          <a:xfrm>
            <a:off x="3294528" y="1409700"/>
            <a:ext cx="15377827"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dirty="0"/>
          </a:p>
        </p:txBody>
      </p:sp>
      <p:sp>
        <p:nvSpPr>
          <p:cNvPr id="8" name="Rectangle 2"/>
          <p:cNvSpPr>
            <a:spLocks noChangeArrowheads="1"/>
          </p:cNvSpPr>
          <p:nvPr/>
        </p:nvSpPr>
        <p:spPr bwMode="auto">
          <a:xfrm>
            <a:off x="3200400" y="1292134"/>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9" name="Rectangle 2"/>
          <p:cNvSpPr>
            <a:spLocks noChangeArrowheads="1"/>
          </p:cNvSpPr>
          <p:nvPr/>
        </p:nvSpPr>
        <p:spPr bwMode="auto">
          <a:xfrm>
            <a:off x="3017520" y="1292134"/>
            <a:ext cx="15217244"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dirty="0"/>
          </a:p>
        </p:txBody>
      </p:sp>
      <p:sp>
        <p:nvSpPr>
          <p:cNvPr id="10" name="Rectangle 2"/>
          <p:cNvSpPr>
            <a:spLocks noChangeArrowheads="1"/>
          </p:cNvSpPr>
          <p:nvPr/>
        </p:nvSpPr>
        <p:spPr bwMode="auto">
          <a:xfrm>
            <a:off x="3513908" y="1174569"/>
            <a:ext cx="1501429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dirty="0"/>
          </a:p>
        </p:txBody>
      </p:sp>
      <p:sp>
        <p:nvSpPr>
          <p:cNvPr id="11" name="Rectangle 2"/>
          <p:cNvSpPr>
            <a:spLocks noChangeArrowheads="1"/>
          </p:cNvSpPr>
          <p:nvPr/>
        </p:nvSpPr>
        <p:spPr bwMode="auto">
          <a:xfrm>
            <a:off x="2769326" y="1409698"/>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12" name="Rectangle 2"/>
          <p:cNvSpPr>
            <a:spLocks noChangeArrowheads="1"/>
          </p:cNvSpPr>
          <p:nvPr/>
        </p:nvSpPr>
        <p:spPr bwMode="auto">
          <a:xfrm>
            <a:off x="3200400" y="130410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13" name="Rectangle 2"/>
          <p:cNvSpPr>
            <a:spLocks noChangeArrowheads="1"/>
          </p:cNvSpPr>
          <p:nvPr/>
        </p:nvSpPr>
        <p:spPr bwMode="auto">
          <a:xfrm>
            <a:off x="3294527" y="1553395"/>
            <a:ext cx="14911695"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dirty="0"/>
          </a:p>
        </p:txBody>
      </p:sp>
      <p:sp>
        <p:nvSpPr>
          <p:cNvPr id="14" name="Rectangle 4"/>
          <p:cNvSpPr>
            <a:spLocks noChangeArrowheads="1"/>
          </p:cNvSpPr>
          <p:nvPr/>
        </p:nvSpPr>
        <p:spPr bwMode="auto">
          <a:xfrm>
            <a:off x="3017520" y="1527262"/>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15" name="Rectangle 2"/>
          <p:cNvSpPr>
            <a:spLocks noChangeArrowheads="1"/>
          </p:cNvSpPr>
          <p:nvPr/>
        </p:nvSpPr>
        <p:spPr bwMode="auto">
          <a:xfrm>
            <a:off x="4362994" y="1644824"/>
            <a:ext cx="17182763"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dirty="0"/>
          </a:p>
        </p:txBody>
      </p:sp>
      <p:pic>
        <p:nvPicPr>
          <p:cNvPr id="33794" name="Picture 2">
            <a:extLst>
              <a:ext uri="{FF2B5EF4-FFF2-40B4-BE49-F238E27FC236}">
                <a16:creationId xmlns:a16="http://schemas.microsoft.com/office/drawing/2014/main" id="{E15E5A0F-6F54-4706-B7D3-F8F73685AFB8}"/>
              </a:ext>
            </a:extLst>
          </p:cNvPr>
          <p:cNvPicPr>
            <a:picLocks noChangeAspect="1" noChangeArrowheads="1"/>
          </p:cNvPicPr>
          <p:nvPr/>
        </p:nvPicPr>
        <p:blipFill>
          <a:blip r:embed="rId2"/>
          <a:srcRect/>
          <a:stretch/>
        </p:blipFill>
        <p:spPr bwMode="auto">
          <a:xfrm>
            <a:off x="1651248" y="1751779"/>
            <a:ext cx="8628248" cy="37636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0786670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0628" y="169818"/>
            <a:ext cx="12192000" cy="625926"/>
          </a:xfrm>
        </p:spPr>
        <p:txBody>
          <a:bodyPr>
            <a:normAutofit fontScale="90000"/>
          </a:bodyPr>
          <a:lstStyle/>
          <a:p>
            <a:pPr>
              <a:lnSpc>
                <a:spcPct val="150000"/>
              </a:lnSpc>
            </a:pPr>
            <a:r>
              <a:rPr lang="en-US" cap="none" dirty="0">
                <a:latin typeface="Cambria" panose="02040503050406030204" pitchFamily="18" charset="0"/>
                <a:ea typeface="Cambria" panose="02040503050406030204" pitchFamily="18" charset="0"/>
              </a:rPr>
              <a:t>User Interface</a:t>
            </a:r>
          </a:p>
        </p:txBody>
      </p:sp>
      <p:sp>
        <p:nvSpPr>
          <p:cNvPr id="3" name="Rectangle 2"/>
          <p:cNvSpPr>
            <a:spLocks noChangeArrowheads="1"/>
          </p:cNvSpPr>
          <p:nvPr/>
        </p:nvSpPr>
        <p:spPr bwMode="auto">
          <a:xfrm>
            <a:off x="3017520" y="14097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6" name="Title 1"/>
          <p:cNvSpPr txBox="1">
            <a:spLocks/>
          </p:cNvSpPr>
          <p:nvPr/>
        </p:nvSpPr>
        <p:spPr>
          <a:xfrm>
            <a:off x="-130628" y="666208"/>
            <a:ext cx="12192000" cy="625926"/>
          </a:xfrm>
          <a:prstGeom prst="rect">
            <a:avLst/>
          </a:prstGeom>
        </p:spPr>
        <p:txBody>
          <a:bodyPr vert="horz" lIns="91440" tIns="45720" rIns="91440" bIns="45720" rtlCol="0" anchor="b">
            <a:normAutofit fontScale="52500" lnSpcReduction="20000"/>
          </a:bodyPr>
          <a:lstStyle>
            <a:lvl1pPr algn="ctr" defTabSz="914400" rtl="0" eaLnBrk="1" latinLnBrk="0" hangingPunct="1">
              <a:lnSpc>
                <a:spcPct val="90000"/>
              </a:lnSpc>
              <a:spcBef>
                <a:spcPct val="0"/>
              </a:spcBef>
              <a:buNone/>
              <a:defRPr sz="4800" kern="1200" cap="all" baseline="0">
                <a:solidFill>
                  <a:schemeClr val="tx1"/>
                </a:solidFill>
                <a:effectLst/>
                <a:latin typeface="+mj-lt"/>
                <a:ea typeface="+mj-ea"/>
                <a:cs typeface="+mj-cs"/>
              </a:defRPr>
            </a:lvl1pPr>
          </a:lstStyle>
          <a:p>
            <a:pPr>
              <a:lnSpc>
                <a:spcPct val="150000"/>
              </a:lnSpc>
            </a:pPr>
            <a:r>
              <a:rPr lang="en-US" cap="none" dirty="0">
                <a:latin typeface="Cambria" panose="02040503050406030204" pitchFamily="18" charset="0"/>
                <a:ea typeface="Cambria" panose="02040503050406030204" pitchFamily="18" charset="0"/>
              </a:rPr>
              <a:t>View Products</a:t>
            </a:r>
          </a:p>
        </p:txBody>
      </p:sp>
      <p:sp>
        <p:nvSpPr>
          <p:cNvPr id="5" name="Rectangle 2"/>
          <p:cNvSpPr>
            <a:spLocks noChangeArrowheads="1"/>
          </p:cNvSpPr>
          <p:nvPr/>
        </p:nvSpPr>
        <p:spPr bwMode="auto">
          <a:xfrm>
            <a:off x="3017520" y="14097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4" name="Rectangle 2"/>
          <p:cNvSpPr>
            <a:spLocks noChangeArrowheads="1"/>
          </p:cNvSpPr>
          <p:nvPr/>
        </p:nvSpPr>
        <p:spPr bwMode="auto">
          <a:xfrm>
            <a:off x="2769326" y="14097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7" name="Rectangle 2"/>
          <p:cNvSpPr>
            <a:spLocks noChangeArrowheads="1"/>
          </p:cNvSpPr>
          <p:nvPr/>
        </p:nvSpPr>
        <p:spPr bwMode="auto">
          <a:xfrm>
            <a:off x="3294528" y="1409700"/>
            <a:ext cx="15377827"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dirty="0"/>
          </a:p>
        </p:txBody>
      </p:sp>
      <p:sp>
        <p:nvSpPr>
          <p:cNvPr id="8" name="Rectangle 2"/>
          <p:cNvSpPr>
            <a:spLocks noChangeArrowheads="1"/>
          </p:cNvSpPr>
          <p:nvPr/>
        </p:nvSpPr>
        <p:spPr bwMode="auto">
          <a:xfrm>
            <a:off x="3200400" y="1292134"/>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9" name="Rectangle 2"/>
          <p:cNvSpPr>
            <a:spLocks noChangeArrowheads="1"/>
          </p:cNvSpPr>
          <p:nvPr/>
        </p:nvSpPr>
        <p:spPr bwMode="auto">
          <a:xfrm>
            <a:off x="3017520" y="1292134"/>
            <a:ext cx="15217244"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dirty="0"/>
          </a:p>
        </p:txBody>
      </p:sp>
      <p:sp>
        <p:nvSpPr>
          <p:cNvPr id="10" name="Rectangle 2"/>
          <p:cNvSpPr>
            <a:spLocks noChangeArrowheads="1"/>
          </p:cNvSpPr>
          <p:nvPr/>
        </p:nvSpPr>
        <p:spPr bwMode="auto">
          <a:xfrm>
            <a:off x="3513908" y="1174569"/>
            <a:ext cx="1501429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dirty="0"/>
          </a:p>
        </p:txBody>
      </p:sp>
      <p:sp>
        <p:nvSpPr>
          <p:cNvPr id="11" name="Rectangle 2"/>
          <p:cNvSpPr>
            <a:spLocks noChangeArrowheads="1"/>
          </p:cNvSpPr>
          <p:nvPr/>
        </p:nvSpPr>
        <p:spPr bwMode="auto">
          <a:xfrm>
            <a:off x="2769326" y="1409698"/>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12" name="Rectangle 2"/>
          <p:cNvSpPr>
            <a:spLocks noChangeArrowheads="1"/>
          </p:cNvSpPr>
          <p:nvPr/>
        </p:nvSpPr>
        <p:spPr bwMode="auto">
          <a:xfrm>
            <a:off x="3200400" y="130410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13" name="Rectangle 2"/>
          <p:cNvSpPr>
            <a:spLocks noChangeArrowheads="1"/>
          </p:cNvSpPr>
          <p:nvPr/>
        </p:nvSpPr>
        <p:spPr bwMode="auto">
          <a:xfrm>
            <a:off x="3294527" y="1553395"/>
            <a:ext cx="14911695"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dirty="0"/>
          </a:p>
        </p:txBody>
      </p:sp>
      <p:sp>
        <p:nvSpPr>
          <p:cNvPr id="14" name="Rectangle 4"/>
          <p:cNvSpPr>
            <a:spLocks noChangeArrowheads="1"/>
          </p:cNvSpPr>
          <p:nvPr/>
        </p:nvSpPr>
        <p:spPr bwMode="auto">
          <a:xfrm>
            <a:off x="3017520" y="1527262"/>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15" name="Rectangle 2"/>
          <p:cNvSpPr>
            <a:spLocks noChangeArrowheads="1"/>
          </p:cNvSpPr>
          <p:nvPr/>
        </p:nvSpPr>
        <p:spPr bwMode="auto">
          <a:xfrm>
            <a:off x="4362994" y="1644824"/>
            <a:ext cx="17182763"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dirty="0"/>
          </a:p>
        </p:txBody>
      </p:sp>
      <p:pic>
        <p:nvPicPr>
          <p:cNvPr id="34818" name="Picture 2">
            <a:extLst>
              <a:ext uri="{FF2B5EF4-FFF2-40B4-BE49-F238E27FC236}">
                <a16:creationId xmlns:a16="http://schemas.microsoft.com/office/drawing/2014/main" id="{26F2FEB7-A863-4B99-960E-F60D1D73E07B}"/>
              </a:ext>
            </a:extLst>
          </p:cNvPr>
          <p:cNvPicPr>
            <a:picLocks noChangeAspect="1" noChangeArrowheads="1"/>
          </p:cNvPicPr>
          <p:nvPr/>
        </p:nvPicPr>
        <p:blipFill>
          <a:blip r:embed="rId2"/>
          <a:srcRect/>
          <a:stretch/>
        </p:blipFill>
        <p:spPr bwMode="auto">
          <a:xfrm>
            <a:off x="1814642" y="1580969"/>
            <a:ext cx="8562715" cy="3749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1617278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0628" y="169818"/>
            <a:ext cx="12192000" cy="625926"/>
          </a:xfrm>
        </p:spPr>
        <p:txBody>
          <a:bodyPr>
            <a:normAutofit fontScale="90000"/>
          </a:bodyPr>
          <a:lstStyle/>
          <a:p>
            <a:pPr>
              <a:lnSpc>
                <a:spcPct val="150000"/>
              </a:lnSpc>
            </a:pPr>
            <a:r>
              <a:rPr lang="en-US" cap="none" dirty="0">
                <a:latin typeface="Cambria" panose="02040503050406030204" pitchFamily="18" charset="0"/>
                <a:ea typeface="Cambria" panose="02040503050406030204" pitchFamily="18" charset="0"/>
              </a:rPr>
              <a:t>User Interface</a:t>
            </a:r>
          </a:p>
        </p:txBody>
      </p:sp>
      <p:sp>
        <p:nvSpPr>
          <p:cNvPr id="3" name="Rectangle 2"/>
          <p:cNvSpPr>
            <a:spLocks noChangeArrowheads="1"/>
          </p:cNvSpPr>
          <p:nvPr/>
        </p:nvSpPr>
        <p:spPr bwMode="auto">
          <a:xfrm>
            <a:off x="3017520" y="14097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6" name="Title 1"/>
          <p:cNvSpPr txBox="1">
            <a:spLocks/>
          </p:cNvSpPr>
          <p:nvPr/>
        </p:nvSpPr>
        <p:spPr>
          <a:xfrm>
            <a:off x="-130628" y="666208"/>
            <a:ext cx="12192000" cy="625926"/>
          </a:xfrm>
          <a:prstGeom prst="rect">
            <a:avLst/>
          </a:prstGeom>
        </p:spPr>
        <p:txBody>
          <a:bodyPr vert="horz" lIns="91440" tIns="45720" rIns="91440" bIns="45720" rtlCol="0" anchor="b">
            <a:normAutofit fontScale="52500" lnSpcReduction="20000"/>
          </a:bodyPr>
          <a:lstStyle>
            <a:lvl1pPr algn="ctr" defTabSz="914400" rtl="0" eaLnBrk="1" latinLnBrk="0" hangingPunct="1">
              <a:lnSpc>
                <a:spcPct val="90000"/>
              </a:lnSpc>
              <a:spcBef>
                <a:spcPct val="0"/>
              </a:spcBef>
              <a:buNone/>
              <a:defRPr sz="4800" kern="1200" cap="all" baseline="0">
                <a:solidFill>
                  <a:schemeClr val="tx1"/>
                </a:solidFill>
                <a:effectLst/>
                <a:latin typeface="+mj-lt"/>
                <a:ea typeface="+mj-ea"/>
                <a:cs typeface="+mj-cs"/>
              </a:defRPr>
            </a:lvl1pPr>
          </a:lstStyle>
          <a:p>
            <a:pPr>
              <a:lnSpc>
                <a:spcPct val="150000"/>
              </a:lnSpc>
            </a:pPr>
            <a:r>
              <a:rPr lang="en-US" cap="none" dirty="0">
                <a:latin typeface="Cambria" panose="02040503050406030204" pitchFamily="18" charset="0"/>
                <a:ea typeface="Cambria" panose="02040503050406030204" pitchFamily="18" charset="0"/>
              </a:rPr>
              <a:t>View Service Detail</a:t>
            </a:r>
          </a:p>
        </p:txBody>
      </p:sp>
      <p:sp>
        <p:nvSpPr>
          <p:cNvPr id="5" name="Rectangle 2"/>
          <p:cNvSpPr>
            <a:spLocks noChangeArrowheads="1"/>
          </p:cNvSpPr>
          <p:nvPr/>
        </p:nvSpPr>
        <p:spPr bwMode="auto">
          <a:xfrm>
            <a:off x="3017520" y="14097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4" name="Rectangle 2"/>
          <p:cNvSpPr>
            <a:spLocks noChangeArrowheads="1"/>
          </p:cNvSpPr>
          <p:nvPr/>
        </p:nvSpPr>
        <p:spPr bwMode="auto">
          <a:xfrm>
            <a:off x="2769326" y="14097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7" name="Rectangle 2"/>
          <p:cNvSpPr>
            <a:spLocks noChangeArrowheads="1"/>
          </p:cNvSpPr>
          <p:nvPr/>
        </p:nvSpPr>
        <p:spPr bwMode="auto">
          <a:xfrm>
            <a:off x="3294528" y="1409700"/>
            <a:ext cx="15377827"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dirty="0"/>
          </a:p>
        </p:txBody>
      </p:sp>
      <p:sp>
        <p:nvSpPr>
          <p:cNvPr id="8" name="Rectangle 2"/>
          <p:cNvSpPr>
            <a:spLocks noChangeArrowheads="1"/>
          </p:cNvSpPr>
          <p:nvPr/>
        </p:nvSpPr>
        <p:spPr bwMode="auto">
          <a:xfrm>
            <a:off x="3200400" y="1292134"/>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9" name="Rectangle 2"/>
          <p:cNvSpPr>
            <a:spLocks noChangeArrowheads="1"/>
          </p:cNvSpPr>
          <p:nvPr/>
        </p:nvSpPr>
        <p:spPr bwMode="auto">
          <a:xfrm>
            <a:off x="3017520" y="1292134"/>
            <a:ext cx="15217244"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dirty="0"/>
          </a:p>
        </p:txBody>
      </p:sp>
      <p:sp>
        <p:nvSpPr>
          <p:cNvPr id="10" name="Rectangle 2"/>
          <p:cNvSpPr>
            <a:spLocks noChangeArrowheads="1"/>
          </p:cNvSpPr>
          <p:nvPr/>
        </p:nvSpPr>
        <p:spPr bwMode="auto">
          <a:xfrm>
            <a:off x="3513908" y="1174569"/>
            <a:ext cx="1501429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dirty="0"/>
          </a:p>
        </p:txBody>
      </p:sp>
      <p:sp>
        <p:nvSpPr>
          <p:cNvPr id="11" name="Rectangle 2"/>
          <p:cNvSpPr>
            <a:spLocks noChangeArrowheads="1"/>
          </p:cNvSpPr>
          <p:nvPr/>
        </p:nvSpPr>
        <p:spPr bwMode="auto">
          <a:xfrm>
            <a:off x="2769326" y="1409698"/>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12" name="Rectangle 2"/>
          <p:cNvSpPr>
            <a:spLocks noChangeArrowheads="1"/>
          </p:cNvSpPr>
          <p:nvPr/>
        </p:nvSpPr>
        <p:spPr bwMode="auto">
          <a:xfrm>
            <a:off x="3200400" y="130410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13" name="Rectangle 2"/>
          <p:cNvSpPr>
            <a:spLocks noChangeArrowheads="1"/>
          </p:cNvSpPr>
          <p:nvPr/>
        </p:nvSpPr>
        <p:spPr bwMode="auto">
          <a:xfrm>
            <a:off x="3294527" y="1553395"/>
            <a:ext cx="14911695"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dirty="0"/>
          </a:p>
        </p:txBody>
      </p:sp>
      <p:sp>
        <p:nvSpPr>
          <p:cNvPr id="14" name="Rectangle 4"/>
          <p:cNvSpPr>
            <a:spLocks noChangeArrowheads="1"/>
          </p:cNvSpPr>
          <p:nvPr/>
        </p:nvSpPr>
        <p:spPr bwMode="auto">
          <a:xfrm>
            <a:off x="3017520" y="1527262"/>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15" name="Rectangle 2"/>
          <p:cNvSpPr>
            <a:spLocks noChangeArrowheads="1"/>
          </p:cNvSpPr>
          <p:nvPr/>
        </p:nvSpPr>
        <p:spPr bwMode="auto">
          <a:xfrm>
            <a:off x="4362994" y="1644824"/>
            <a:ext cx="17182763"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dirty="0"/>
          </a:p>
        </p:txBody>
      </p:sp>
      <p:pic>
        <p:nvPicPr>
          <p:cNvPr id="35842" name="Picture 2">
            <a:extLst>
              <a:ext uri="{FF2B5EF4-FFF2-40B4-BE49-F238E27FC236}">
                <a16:creationId xmlns:a16="http://schemas.microsoft.com/office/drawing/2014/main" id="{3F0E0060-779C-402B-A1BA-4D0E6221AE28}"/>
              </a:ext>
            </a:extLst>
          </p:cNvPr>
          <p:cNvPicPr>
            <a:picLocks noChangeAspect="1" noChangeArrowheads="1"/>
          </p:cNvPicPr>
          <p:nvPr/>
        </p:nvPicPr>
        <p:blipFill>
          <a:blip r:embed="rId2"/>
          <a:srcRect/>
          <a:stretch/>
        </p:blipFill>
        <p:spPr bwMode="auto">
          <a:xfrm>
            <a:off x="1666366" y="1682931"/>
            <a:ext cx="8859268" cy="38949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3050145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0628" y="169818"/>
            <a:ext cx="12192000" cy="625926"/>
          </a:xfrm>
        </p:spPr>
        <p:txBody>
          <a:bodyPr>
            <a:normAutofit fontScale="90000"/>
          </a:bodyPr>
          <a:lstStyle/>
          <a:p>
            <a:pPr>
              <a:lnSpc>
                <a:spcPct val="150000"/>
              </a:lnSpc>
            </a:pPr>
            <a:r>
              <a:rPr lang="en-US" cap="none" dirty="0">
                <a:latin typeface="Cambria" panose="02040503050406030204" pitchFamily="18" charset="0"/>
                <a:ea typeface="Cambria" panose="02040503050406030204" pitchFamily="18" charset="0"/>
              </a:rPr>
              <a:t>User Interface</a:t>
            </a:r>
          </a:p>
        </p:txBody>
      </p:sp>
      <p:sp>
        <p:nvSpPr>
          <p:cNvPr id="3" name="Rectangle 2"/>
          <p:cNvSpPr>
            <a:spLocks noChangeArrowheads="1"/>
          </p:cNvSpPr>
          <p:nvPr/>
        </p:nvSpPr>
        <p:spPr bwMode="auto">
          <a:xfrm>
            <a:off x="3017520" y="14097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6" name="Title 1"/>
          <p:cNvSpPr txBox="1">
            <a:spLocks/>
          </p:cNvSpPr>
          <p:nvPr/>
        </p:nvSpPr>
        <p:spPr>
          <a:xfrm>
            <a:off x="-130628" y="666208"/>
            <a:ext cx="12192000" cy="625926"/>
          </a:xfrm>
          <a:prstGeom prst="rect">
            <a:avLst/>
          </a:prstGeom>
        </p:spPr>
        <p:txBody>
          <a:bodyPr vert="horz" lIns="91440" tIns="45720" rIns="91440" bIns="45720" rtlCol="0" anchor="b">
            <a:normAutofit fontScale="52500" lnSpcReduction="20000"/>
          </a:bodyPr>
          <a:lstStyle>
            <a:lvl1pPr algn="ctr" defTabSz="914400" rtl="0" eaLnBrk="1" latinLnBrk="0" hangingPunct="1">
              <a:lnSpc>
                <a:spcPct val="90000"/>
              </a:lnSpc>
              <a:spcBef>
                <a:spcPct val="0"/>
              </a:spcBef>
              <a:buNone/>
              <a:defRPr sz="4800" kern="1200" cap="all" baseline="0">
                <a:solidFill>
                  <a:schemeClr val="tx1"/>
                </a:solidFill>
                <a:effectLst/>
                <a:latin typeface="+mj-lt"/>
                <a:ea typeface="+mj-ea"/>
                <a:cs typeface="+mj-cs"/>
              </a:defRPr>
            </a:lvl1pPr>
          </a:lstStyle>
          <a:p>
            <a:pPr>
              <a:lnSpc>
                <a:spcPct val="150000"/>
              </a:lnSpc>
            </a:pPr>
            <a:r>
              <a:rPr lang="en-US" cap="none" dirty="0">
                <a:latin typeface="Cambria" panose="02040503050406030204" pitchFamily="18" charset="0"/>
                <a:ea typeface="Cambria" panose="02040503050406030204" pitchFamily="18" charset="0"/>
              </a:rPr>
              <a:t>Send Booking</a:t>
            </a:r>
          </a:p>
        </p:txBody>
      </p:sp>
      <p:sp>
        <p:nvSpPr>
          <p:cNvPr id="5" name="Rectangle 2"/>
          <p:cNvSpPr>
            <a:spLocks noChangeArrowheads="1"/>
          </p:cNvSpPr>
          <p:nvPr/>
        </p:nvSpPr>
        <p:spPr bwMode="auto">
          <a:xfrm>
            <a:off x="3017520" y="14097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4" name="Rectangle 2"/>
          <p:cNvSpPr>
            <a:spLocks noChangeArrowheads="1"/>
          </p:cNvSpPr>
          <p:nvPr/>
        </p:nvSpPr>
        <p:spPr bwMode="auto">
          <a:xfrm>
            <a:off x="2769326" y="14097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7" name="Rectangle 2"/>
          <p:cNvSpPr>
            <a:spLocks noChangeArrowheads="1"/>
          </p:cNvSpPr>
          <p:nvPr/>
        </p:nvSpPr>
        <p:spPr bwMode="auto">
          <a:xfrm>
            <a:off x="3294528" y="1409700"/>
            <a:ext cx="15377827"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dirty="0"/>
          </a:p>
        </p:txBody>
      </p:sp>
      <p:sp>
        <p:nvSpPr>
          <p:cNvPr id="8" name="Rectangle 2"/>
          <p:cNvSpPr>
            <a:spLocks noChangeArrowheads="1"/>
          </p:cNvSpPr>
          <p:nvPr/>
        </p:nvSpPr>
        <p:spPr bwMode="auto">
          <a:xfrm>
            <a:off x="3200400" y="1292134"/>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9" name="Rectangle 2"/>
          <p:cNvSpPr>
            <a:spLocks noChangeArrowheads="1"/>
          </p:cNvSpPr>
          <p:nvPr/>
        </p:nvSpPr>
        <p:spPr bwMode="auto">
          <a:xfrm>
            <a:off x="3017520" y="1292134"/>
            <a:ext cx="15217244"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dirty="0"/>
          </a:p>
        </p:txBody>
      </p:sp>
      <p:sp>
        <p:nvSpPr>
          <p:cNvPr id="10" name="Rectangle 2"/>
          <p:cNvSpPr>
            <a:spLocks noChangeArrowheads="1"/>
          </p:cNvSpPr>
          <p:nvPr/>
        </p:nvSpPr>
        <p:spPr bwMode="auto">
          <a:xfrm>
            <a:off x="3513908" y="1174569"/>
            <a:ext cx="1501429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dirty="0"/>
          </a:p>
        </p:txBody>
      </p:sp>
      <p:sp>
        <p:nvSpPr>
          <p:cNvPr id="11" name="Rectangle 2"/>
          <p:cNvSpPr>
            <a:spLocks noChangeArrowheads="1"/>
          </p:cNvSpPr>
          <p:nvPr/>
        </p:nvSpPr>
        <p:spPr bwMode="auto">
          <a:xfrm>
            <a:off x="2769326" y="1409698"/>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12" name="Rectangle 2"/>
          <p:cNvSpPr>
            <a:spLocks noChangeArrowheads="1"/>
          </p:cNvSpPr>
          <p:nvPr/>
        </p:nvSpPr>
        <p:spPr bwMode="auto">
          <a:xfrm>
            <a:off x="3200400" y="130410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13" name="Rectangle 2"/>
          <p:cNvSpPr>
            <a:spLocks noChangeArrowheads="1"/>
          </p:cNvSpPr>
          <p:nvPr/>
        </p:nvSpPr>
        <p:spPr bwMode="auto">
          <a:xfrm>
            <a:off x="3294527" y="1553395"/>
            <a:ext cx="14911695"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dirty="0"/>
          </a:p>
        </p:txBody>
      </p:sp>
      <p:sp>
        <p:nvSpPr>
          <p:cNvPr id="14" name="Rectangle 4"/>
          <p:cNvSpPr>
            <a:spLocks noChangeArrowheads="1"/>
          </p:cNvSpPr>
          <p:nvPr/>
        </p:nvSpPr>
        <p:spPr bwMode="auto">
          <a:xfrm>
            <a:off x="3017520" y="1527262"/>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15" name="Rectangle 2"/>
          <p:cNvSpPr>
            <a:spLocks noChangeArrowheads="1"/>
          </p:cNvSpPr>
          <p:nvPr/>
        </p:nvSpPr>
        <p:spPr bwMode="auto">
          <a:xfrm>
            <a:off x="4362994" y="1644824"/>
            <a:ext cx="17182763"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dirty="0"/>
          </a:p>
        </p:txBody>
      </p:sp>
      <p:pic>
        <p:nvPicPr>
          <p:cNvPr id="36866" name="Picture 2">
            <a:extLst>
              <a:ext uri="{FF2B5EF4-FFF2-40B4-BE49-F238E27FC236}">
                <a16:creationId xmlns:a16="http://schemas.microsoft.com/office/drawing/2014/main" id="{58A9F6DC-8F39-48C2-8741-D97A34AF2DD2}"/>
              </a:ext>
            </a:extLst>
          </p:cNvPr>
          <p:cNvPicPr>
            <a:picLocks noChangeAspect="1" noChangeArrowheads="1"/>
          </p:cNvPicPr>
          <p:nvPr/>
        </p:nvPicPr>
        <p:blipFill>
          <a:blip r:embed="rId2"/>
          <a:srcRect/>
          <a:stretch/>
        </p:blipFill>
        <p:spPr bwMode="auto">
          <a:xfrm>
            <a:off x="1795323" y="1918745"/>
            <a:ext cx="8601354" cy="37858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7933843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0628" y="169818"/>
            <a:ext cx="12192000" cy="625926"/>
          </a:xfrm>
        </p:spPr>
        <p:txBody>
          <a:bodyPr>
            <a:normAutofit fontScale="90000"/>
          </a:bodyPr>
          <a:lstStyle/>
          <a:p>
            <a:pPr>
              <a:lnSpc>
                <a:spcPct val="150000"/>
              </a:lnSpc>
            </a:pPr>
            <a:r>
              <a:rPr lang="en-US" cap="none" dirty="0">
                <a:latin typeface="Cambria" panose="02040503050406030204" pitchFamily="18" charset="0"/>
                <a:ea typeface="Cambria" panose="02040503050406030204" pitchFamily="18" charset="0"/>
              </a:rPr>
              <a:t>User Interface</a:t>
            </a:r>
          </a:p>
        </p:txBody>
      </p:sp>
      <p:sp>
        <p:nvSpPr>
          <p:cNvPr id="3" name="Rectangle 2"/>
          <p:cNvSpPr>
            <a:spLocks noChangeArrowheads="1"/>
          </p:cNvSpPr>
          <p:nvPr/>
        </p:nvSpPr>
        <p:spPr bwMode="auto">
          <a:xfrm>
            <a:off x="3017520" y="14097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6" name="Title 1"/>
          <p:cNvSpPr txBox="1">
            <a:spLocks/>
          </p:cNvSpPr>
          <p:nvPr/>
        </p:nvSpPr>
        <p:spPr>
          <a:xfrm>
            <a:off x="-130628" y="666208"/>
            <a:ext cx="12192000" cy="625926"/>
          </a:xfrm>
          <a:prstGeom prst="rect">
            <a:avLst/>
          </a:prstGeom>
        </p:spPr>
        <p:txBody>
          <a:bodyPr vert="horz" lIns="91440" tIns="45720" rIns="91440" bIns="45720" rtlCol="0" anchor="b">
            <a:normAutofit fontScale="52500" lnSpcReduction="20000"/>
          </a:bodyPr>
          <a:lstStyle>
            <a:lvl1pPr algn="ctr" defTabSz="914400" rtl="0" eaLnBrk="1" latinLnBrk="0" hangingPunct="1">
              <a:lnSpc>
                <a:spcPct val="90000"/>
              </a:lnSpc>
              <a:spcBef>
                <a:spcPct val="0"/>
              </a:spcBef>
              <a:buNone/>
              <a:defRPr sz="4800" kern="1200" cap="all" baseline="0">
                <a:solidFill>
                  <a:schemeClr val="tx1"/>
                </a:solidFill>
                <a:effectLst/>
                <a:latin typeface="+mj-lt"/>
                <a:ea typeface="+mj-ea"/>
                <a:cs typeface="+mj-cs"/>
              </a:defRPr>
            </a:lvl1pPr>
          </a:lstStyle>
          <a:p>
            <a:pPr>
              <a:lnSpc>
                <a:spcPct val="150000"/>
              </a:lnSpc>
            </a:pPr>
            <a:r>
              <a:rPr lang="en-US" cap="none" dirty="0">
                <a:latin typeface="Cambria" panose="02040503050406030204" pitchFamily="18" charset="0"/>
                <a:ea typeface="Cambria" panose="02040503050406030204" pitchFamily="18" charset="0"/>
              </a:rPr>
              <a:t>View Booking</a:t>
            </a:r>
          </a:p>
        </p:txBody>
      </p:sp>
      <p:sp>
        <p:nvSpPr>
          <p:cNvPr id="5" name="Rectangle 2"/>
          <p:cNvSpPr>
            <a:spLocks noChangeArrowheads="1"/>
          </p:cNvSpPr>
          <p:nvPr/>
        </p:nvSpPr>
        <p:spPr bwMode="auto">
          <a:xfrm>
            <a:off x="3017520" y="14097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4" name="Rectangle 2"/>
          <p:cNvSpPr>
            <a:spLocks noChangeArrowheads="1"/>
          </p:cNvSpPr>
          <p:nvPr/>
        </p:nvSpPr>
        <p:spPr bwMode="auto">
          <a:xfrm>
            <a:off x="2769326" y="14097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7" name="Rectangle 2"/>
          <p:cNvSpPr>
            <a:spLocks noChangeArrowheads="1"/>
          </p:cNvSpPr>
          <p:nvPr/>
        </p:nvSpPr>
        <p:spPr bwMode="auto">
          <a:xfrm>
            <a:off x="3294528" y="1409700"/>
            <a:ext cx="15377827"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dirty="0"/>
          </a:p>
        </p:txBody>
      </p:sp>
      <p:sp>
        <p:nvSpPr>
          <p:cNvPr id="8" name="Rectangle 2"/>
          <p:cNvSpPr>
            <a:spLocks noChangeArrowheads="1"/>
          </p:cNvSpPr>
          <p:nvPr/>
        </p:nvSpPr>
        <p:spPr bwMode="auto">
          <a:xfrm>
            <a:off x="3200400" y="1292134"/>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9" name="Rectangle 2"/>
          <p:cNvSpPr>
            <a:spLocks noChangeArrowheads="1"/>
          </p:cNvSpPr>
          <p:nvPr/>
        </p:nvSpPr>
        <p:spPr bwMode="auto">
          <a:xfrm>
            <a:off x="3017520" y="1292134"/>
            <a:ext cx="15217244"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dirty="0"/>
          </a:p>
        </p:txBody>
      </p:sp>
      <p:sp>
        <p:nvSpPr>
          <p:cNvPr id="10" name="Rectangle 2"/>
          <p:cNvSpPr>
            <a:spLocks noChangeArrowheads="1"/>
          </p:cNvSpPr>
          <p:nvPr/>
        </p:nvSpPr>
        <p:spPr bwMode="auto">
          <a:xfrm>
            <a:off x="3513908" y="1174569"/>
            <a:ext cx="1501429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dirty="0"/>
          </a:p>
        </p:txBody>
      </p:sp>
      <p:sp>
        <p:nvSpPr>
          <p:cNvPr id="11" name="Rectangle 2"/>
          <p:cNvSpPr>
            <a:spLocks noChangeArrowheads="1"/>
          </p:cNvSpPr>
          <p:nvPr/>
        </p:nvSpPr>
        <p:spPr bwMode="auto">
          <a:xfrm>
            <a:off x="2769326" y="1409698"/>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12" name="Rectangle 2"/>
          <p:cNvSpPr>
            <a:spLocks noChangeArrowheads="1"/>
          </p:cNvSpPr>
          <p:nvPr/>
        </p:nvSpPr>
        <p:spPr bwMode="auto">
          <a:xfrm>
            <a:off x="3200400" y="130410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13" name="Rectangle 2"/>
          <p:cNvSpPr>
            <a:spLocks noChangeArrowheads="1"/>
          </p:cNvSpPr>
          <p:nvPr/>
        </p:nvSpPr>
        <p:spPr bwMode="auto">
          <a:xfrm>
            <a:off x="3294527" y="1553395"/>
            <a:ext cx="14911695"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dirty="0"/>
          </a:p>
        </p:txBody>
      </p:sp>
      <p:sp>
        <p:nvSpPr>
          <p:cNvPr id="14" name="Rectangle 4"/>
          <p:cNvSpPr>
            <a:spLocks noChangeArrowheads="1"/>
          </p:cNvSpPr>
          <p:nvPr/>
        </p:nvSpPr>
        <p:spPr bwMode="auto">
          <a:xfrm>
            <a:off x="3017520" y="1527262"/>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15" name="Rectangle 2"/>
          <p:cNvSpPr>
            <a:spLocks noChangeArrowheads="1"/>
          </p:cNvSpPr>
          <p:nvPr/>
        </p:nvSpPr>
        <p:spPr bwMode="auto">
          <a:xfrm>
            <a:off x="4362994" y="1644824"/>
            <a:ext cx="17182763"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dirty="0"/>
          </a:p>
        </p:txBody>
      </p:sp>
      <p:pic>
        <p:nvPicPr>
          <p:cNvPr id="37890" name="Picture 2">
            <a:extLst>
              <a:ext uri="{FF2B5EF4-FFF2-40B4-BE49-F238E27FC236}">
                <a16:creationId xmlns:a16="http://schemas.microsoft.com/office/drawing/2014/main" id="{31EADF3E-A017-43EA-9679-DDC1D8F8703A}"/>
              </a:ext>
            </a:extLst>
          </p:cNvPr>
          <p:cNvPicPr>
            <a:picLocks noChangeAspect="1" noChangeArrowheads="1"/>
          </p:cNvPicPr>
          <p:nvPr/>
        </p:nvPicPr>
        <p:blipFill>
          <a:blip r:embed="rId2"/>
          <a:srcRect/>
          <a:stretch/>
        </p:blipFill>
        <p:spPr bwMode="auto">
          <a:xfrm>
            <a:off x="2053302" y="1800495"/>
            <a:ext cx="8085395" cy="3530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5956439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0628" y="169818"/>
            <a:ext cx="12192000" cy="625926"/>
          </a:xfrm>
        </p:spPr>
        <p:txBody>
          <a:bodyPr>
            <a:normAutofit fontScale="90000"/>
          </a:bodyPr>
          <a:lstStyle/>
          <a:p>
            <a:pPr>
              <a:lnSpc>
                <a:spcPct val="150000"/>
              </a:lnSpc>
            </a:pPr>
            <a:r>
              <a:rPr lang="en-US" cap="none" dirty="0">
                <a:latin typeface="Cambria" panose="02040503050406030204" pitchFamily="18" charset="0"/>
                <a:ea typeface="Cambria" panose="02040503050406030204" pitchFamily="18" charset="0"/>
              </a:rPr>
              <a:t>User Interface</a:t>
            </a:r>
          </a:p>
        </p:txBody>
      </p:sp>
      <p:sp>
        <p:nvSpPr>
          <p:cNvPr id="3" name="Rectangle 2"/>
          <p:cNvSpPr>
            <a:spLocks noChangeArrowheads="1"/>
          </p:cNvSpPr>
          <p:nvPr/>
        </p:nvSpPr>
        <p:spPr bwMode="auto">
          <a:xfrm>
            <a:off x="3017520" y="14097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6" name="Title 1"/>
          <p:cNvSpPr txBox="1">
            <a:spLocks/>
          </p:cNvSpPr>
          <p:nvPr/>
        </p:nvSpPr>
        <p:spPr>
          <a:xfrm>
            <a:off x="-130628" y="666208"/>
            <a:ext cx="12192000" cy="625926"/>
          </a:xfrm>
          <a:prstGeom prst="rect">
            <a:avLst/>
          </a:prstGeom>
        </p:spPr>
        <p:txBody>
          <a:bodyPr vert="horz" lIns="91440" tIns="45720" rIns="91440" bIns="45720" rtlCol="0" anchor="b">
            <a:normAutofit fontScale="52500" lnSpcReduction="20000"/>
          </a:bodyPr>
          <a:lstStyle>
            <a:lvl1pPr algn="ctr" defTabSz="914400" rtl="0" eaLnBrk="1" latinLnBrk="0" hangingPunct="1">
              <a:lnSpc>
                <a:spcPct val="90000"/>
              </a:lnSpc>
              <a:spcBef>
                <a:spcPct val="0"/>
              </a:spcBef>
              <a:buNone/>
              <a:defRPr sz="4800" kern="1200" cap="all" baseline="0">
                <a:solidFill>
                  <a:schemeClr val="tx1"/>
                </a:solidFill>
                <a:effectLst/>
                <a:latin typeface="+mj-lt"/>
                <a:ea typeface="+mj-ea"/>
                <a:cs typeface="+mj-cs"/>
              </a:defRPr>
            </a:lvl1pPr>
          </a:lstStyle>
          <a:p>
            <a:pPr>
              <a:lnSpc>
                <a:spcPct val="150000"/>
              </a:lnSpc>
            </a:pPr>
            <a:r>
              <a:rPr lang="en-US" cap="none" dirty="0">
                <a:latin typeface="Cambria" panose="02040503050406030204" pitchFamily="18" charset="0"/>
                <a:ea typeface="Cambria" panose="02040503050406030204" pitchFamily="18" charset="0"/>
              </a:rPr>
              <a:t>Admin Login</a:t>
            </a:r>
          </a:p>
        </p:txBody>
      </p:sp>
      <p:sp>
        <p:nvSpPr>
          <p:cNvPr id="5" name="Rectangle 2"/>
          <p:cNvSpPr>
            <a:spLocks noChangeArrowheads="1"/>
          </p:cNvSpPr>
          <p:nvPr/>
        </p:nvSpPr>
        <p:spPr bwMode="auto">
          <a:xfrm>
            <a:off x="3017520" y="14097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4" name="Rectangle 2"/>
          <p:cNvSpPr>
            <a:spLocks noChangeArrowheads="1"/>
          </p:cNvSpPr>
          <p:nvPr/>
        </p:nvSpPr>
        <p:spPr bwMode="auto">
          <a:xfrm>
            <a:off x="2769326" y="14097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7" name="Rectangle 2"/>
          <p:cNvSpPr>
            <a:spLocks noChangeArrowheads="1"/>
          </p:cNvSpPr>
          <p:nvPr/>
        </p:nvSpPr>
        <p:spPr bwMode="auto">
          <a:xfrm>
            <a:off x="3294528" y="1409700"/>
            <a:ext cx="15377827"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dirty="0"/>
          </a:p>
        </p:txBody>
      </p:sp>
      <p:sp>
        <p:nvSpPr>
          <p:cNvPr id="8" name="Rectangle 2"/>
          <p:cNvSpPr>
            <a:spLocks noChangeArrowheads="1"/>
          </p:cNvSpPr>
          <p:nvPr/>
        </p:nvSpPr>
        <p:spPr bwMode="auto">
          <a:xfrm>
            <a:off x="3200400" y="1292134"/>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9" name="Rectangle 2"/>
          <p:cNvSpPr>
            <a:spLocks noChangeArrowheads="1"/>
          </p:cNvSpPr>
          <p:nvPr/>
        </p:nvSpPr>
        <p:spPr bwMode="auto">
          <a:xfrm>
            <a:off x="3017520" y="1292134"/>
            <a:ext cx="15217244"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dirty="0"/>
          </a:p>
        </p:txBody>
      </p:sp>
      <p:sp>
        <p:nvSpPr>
          <p:cNvPr id="10" name="Rectangle 2"/>
          <p:cNvSpPr>
            <a:spLocks noChangeArrowheads="1"/>
          </p:cNvSpPr>
          <p:nvPr/>
        </p:nvSpPr>
        <p:spPr bwMode="auto">
          <a:xfrm>
            <a:off x="3513908" y="1174569"/>
            <a:ext cx="1501429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dirty="0"/>
          </a:p>
        </p:txBody>
      </p:sp>
      <p:sp>
        <p:nvSpPr>
          <p:cNvPr id="11" name="Rectangle 2"/>
          <p:cNvSpPr>
            <a:spLocks noChangeArrowheads="1"/>
          </p:cNvSpPr>
          <p:nvPr/>
        </p:nvSpPr>
        <p:spPr bwMode="auto">
          <a:xfrm>
            <a:off x="2769326" y="1409698"/>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12" name="Rectangle 2"/>
          <p:cNvSpPr>
            <a:spLocks noChangeArrowheads="1"/>
          </p:cNvSpPr>
          <p:nvPr/>
        </p:nvSpPr>
        <p:spPr bwMode="auto">
          <a:xfrm>
            <a:off x="3200400" y="130410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13" name="Rectangle 2"/>
          <p:cNvSpPr>
            <a:spLocks noChangeArrowheads="1"/>
          </p:cNvSpPr>
          <p:nvPr/>
        </p:nvSpPr>
        <p:spPr bwMode="auto">
          <a:xfrm>
            <a:off x="3294527" y="1553395"/>
            <a:ext cx="14911695"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dirty="0"/>
          </a:p>
        </p:txBody>
      </p:sp>
      <p:sp>
        <p:nvSpPr>
          <p:cNvPr id="14" name="Rectangle 4"/>
          <p:cNvSpPr>
            <a:spLocks noChangeArrowheads="1"/>
          </p:cNvSpPr>
          <p:nvPr/>
        </p:nvSpPr>
        <p:spPr bwMode="auto">
          <a:xfrm>
            <a:off x="3017520" y="1527262"/>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15" name="Rectangle 2"/>
          <p:cNvSpPr>
            <a:spLocks noChangeArrowheads="1"/>
          </p:cNvSpPr>
          <p:nvPr/>
        </p:nvSpPr>
        <p:spPr bwMode="auto">
          <a:xfrm>
            <a:off x="4362994" y="1644824"/>
            <a:ext cx="17182763"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dirty="0"/>
          </a:p>
        </p:txBody>
      </p:sp>
      <p:pic>
        <p:nvPicPr>
          <p:cNvPr id="38914" name="Picture 2">
            <a:extLst>
              <a:ext uri="{FF2B5EF4-FFF2-40B4-BE49-F238E27FC236}">
                <a16:creationId xmlns:a16="http://schemas.microsoft.com/office/drawing/2014/main" id="{1DCED32A-B0D6-4B0F-A45B-D3061852D5F8}"/>
              </a:ext>
            </a:extLst>
          </p:cNvPr>
          <p:cNvPicPr>
            <a:picLocks noChangeAspect="1" noChangeArrowheads="1"/>
          </p:cNvPicPr>
          <p:nvPr/>
        </p:nvPicPr>
        <p:blipFill>
          <a:blip r:embed="rId2"/>
          <a:srcRect/>
          <a:stretch/>
        </p:blipFill>
        <p:spPr bwMode="auto">
          <a:xfrm>
            <a:off x="1605855" y="1549782"/>
            <a:ext cx="8719034" cy="3822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6161584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0628" y="169818"/>
            <a:ext cx="12192000" cy="625926"/>
          </a:xfrm>
        </p:spPr>
        <p:txBody>
          <a:bodyPr>
            <a:normAutofit fontScale="90000"/>
          </a:bodyPr>
          <a:lstStyle/>
          <a:p>
            <a:pPr>
              <a:lnSpc>
                <a:spcPct val="150000"/>
              </a:lnSpc>
            </a:pPr>
            <a:r>
              <a:rPr lang="en-US" cap="none" dirty="0">
                <a:latin typeface="Cambria" panose="02040503050406030204" pitchFamily="18" charset="0"/>
                <a:ea typeface="Cambria" panose="02040503050406030204" pitchFamily="18" charset="0"/>
              </a:rPr>
              <a:t>User Interface</a:t>
            </a:r>
          </a:p>
        </p:txBody>
      </p:sp>
      <p:sp>
        <p:nvSpPr>
          <p:cNvPr id="3" name="Rectangle 2"/>
          <p:cNvSpPr>
            <a:spLocks noChangeArrowheads="1"/>
          </p:cNvSpPr>
          <p:nvPr/>
        </p:nvSpPr>
        <p:spPr bwMode="auto">
          <a:xfrm>
            <a:off x="3017520" y="14097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6" name="Title 1"/>
          <p:cNvSpPr txBox="1">
            <a:spLocks/>
          </p:cNvSpPr>
          <p:nvPr/>
        </p:nvSpPr>
        <p:spPr>
          <a:xfrm>
            <a:off x="-130628" y="666208"/>
            <a:ext cx="12192000" cy="625926"/>
          </a:xfrm>
          <a:prstGeom prst="rect">
            <a:avLst/>
          </a:prstGeom>
        </p:spPr>
        <p:txBody>
          <a:bodyPr vert="horz" lIns="91440" tIns="45720" rIns="91440" bIns="45720" rtlCol="0" anchor="b">
            <a:normAutofit fontScale="52500" lnSpcReduction="20000"/>
          </a:bodyPr>
          <a:lstStyle>
            <a:lvl1pPr algn="ctr" defTabSz="914400" rtl="0" eaLnBrk="1" latinLnBrk="0" hangingPunct="1">
              <a:lnSpc>
                <a:spcPct val="90000"/>
              </a:lnSpc>
              <a:spcBef>
                <a:spcPct val="0"/>
              </a:spcBef>
              <a:buNone/>
              <a:defRPr sz="4800" kern="1200" cap="all" baseline="0">
                <a:solidFill>
                  <a:schemeClr val="tx1"/>
                </a:solidFill>
                <a:effectLst/>
                <a:latin typeface="+mj-lt"/>
                <a:ea typeface="+mj-ea"/>
                <a:cs typeface="+mj-cs"/>
              </a:defRPr>
            </a:lvl1pPr>
          </a:lstStyle>
          <a:p>
            <a:pPr>
              <a:lnSpc>
                <a:spcPct val="150000"/>
              </a:lnSpc>
            </a:pPr>
            <a:r>
              <a:rPr lang="en-US" cap="none" dirty="0">
                <a:latin typeface="Cambria" panose="02040503050406030204" pitchFamily="18" charset="0"/>
                <a:ea typeface="Cambria" panose="02040503050406030204" pitchFamily="18" charset="0"/>
              </a:rPr>
              <a:t>Admin Dashboard</a:t>
            </a:r>
          </a:p>
        </p:txBody>
      </p:sp>
      <p:sp>
        <p:nvSpPr>
          <p:cNvPr id="5" name="Rectangle 2"/>
          <p:cNvSpPr>
            <a:spLocks noChangeArrowheads="1"/>
          </p:cNvSpPr>
          <p:nvPr/>
        </p:nvSpPr>
        <p:spPr bwMode="auto">
          <a:xfrm>
            <a:off x="3017520" y="14097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4" name="Rectangle 2"/>
          <p:cNvSpPr>
            <a:spLocks noChangeArrowheads="1"/>
          </p:cNvSpPr>
          <p:nvPr/>
        </p:nvSpPr>
        <p:spPr bwMode="auto">
          <a:xfrm>
            <a:off x="2769326" y="14097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7" name="Rectangle 2"/>
          <p:cNvSpPr>
            <a:spLocks noChangeArrowheads="1"/>
          </p:cNvSpPr>
          <p:nvPr/>
        </p:nvSpPr>
        <p:spPr bwMode="auto">
          <a:xfrm>
            <a:off x="3294528" y="1409700"/>
            <a:ext cx="15377827"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dirty="0"/>
          </a:p>
        </p:txBody>
      </p:sp>
      <p:sp>
        <p:nvSpPr>
          <p:cNvPr id="8" name="Rectangle 2"/>
          <p:cNvSpPr>
            <a:spLocks noChangeArrowheads="1"/>
          </p:cNvSpPr>
          <p:nvPr/>
        </p:nvSpPr>
        <p:spPr bwMode="auto">
          <a:xfrm>
            <a:off x="3200400" y="1292134"/>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9" name="Rectangle 2"/>
          <p:cNvSpPr>
            <a:spLocks noChangeArrowheads="1"/>
          </p:cNvSpPr>
          <p:nvPr/>
        </p:nvSpPr>
        <p:spPr bwMode="auto">
          <a:xfrm>
            <a:off x="3017520" y="1292134"/>
            <a:ext cx="15217244"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dirty="0"/>
          </a:p>
        </p:txBody>
      </p:sp>
      <p:sp>
        <p:nvSpPr>
          <p:cNvPr id="10" name="Rectangle 2"/>
          <p:cNvSpPr>
            <a:spLocks noChangeArrowheads="1"/>
          </p:cNvSpPr>
          <p:nvPr/>
        </p:nvSpPr>
        <p:spPr bwMode="auto">
          <a:xfrm>
            <a:off x="3513908" y="1174569"/>
            <a:ext cx="1501429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dirty="0"/>
          </a:p>
        </p:txBody>
      </p:sp>
      <p:sp>
        <p:nvSpPr>
          <p:cNvPr id="11" name="Rectangle 2"/>
          <p:cNvSpPr>
            <a:spLocks noChangeArrowheads="1"/>
          </p:cNvSpPr>
          <p:nvPr/>
        </p:nvSpPr>
        <p:spPr bwMode="auto">
          <a:xfrm>
            <a:off x="2769326" y="1409698"/>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12" name="Rectangle 2"/>
          <p:cNvSpPr>
            <a:spLocks noChangeArrowheads="1"/>
          </p:cNvSpPr>
          <p:nvPr/>
        </p:nvSpPr>
        <p:spPr bwMode="auto">
          <a:xfrm>
            <a:off x="3200400" y="130410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13" name="Rectangle 2"/>
          <p:cNvSpPr>
            <a:spLocks noChangeArrowheads="1"/>
          </p:cNvSpPr>
          <p:nvPr/>
        </p:nvSpPr>
        <p:spPr bwMode="auto">
          <a:xfrm>
            <a:off x="3294527" y="1553395"/>
            <a:ext cx="14911695"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dirty="0"/>
          </a:p>
        </p:txBody>
      </p:sp>
      <p:sp>
        <p:nvSpPr>
          <p:cNvPr id="14" name="Rectangle 4"/>
          <p:cNvSpPr>
            <a:spLocks noChangeArrowheads="1"/>
          </p:cNvSpPr>
          <p:nvPr/>
        </p:nvSpPr>
        <p:spPr bwMode="auto">
          <a:xfrm>
            <a:off x="3017520" y="1527262"/>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15" name="Rectangle 2"/>
          <p:cNvSpPr>
            <a:spLocks noChangeArrowheads="1"/>
          </p:cNvSpPr>
          <p:nvPr/>
        </p:nvSpPr>
        <p:spPr bwMode="auto">
          <a:xfrm>
            <a:off x="4362994" y="1644824"/>
            <a:ext cx="17182763"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dirty="0"/>
          </a:p>
        </p:txBody>
      </p:sp>
      <p:pic>
        <p:nvPicPr>
          <p:cNvPr id="38914" name="Picture 2">
            <a:extLst>
              <a:ext uri="{FF2B5EF4-FFF2-40B4-BE49-F238E27FC236}">
                <a16:creationId xmlns:a16="http://schemas.microsoft.com/office/drawing/2014/main" id="{1DCED32A-B0D6-4B0F-A45B-D3061852D5F8}"/>
              </a:ext>
            </a:extLst>
          </p:cNvPr>
          <p:cNvPicPr>
            <a:picLocks noChangeAspect="1" noChangeArrowheads="1"/>
          </p:cNvPicPr>
          <p:nvPr/>
        </p:nvPicPr>
        <p:blipFill>
          <a:blip r:embed="rId2"/>
          <a:srcRect/>
          <a:stretch/>
        </p:blipFill>
        <p:spPr bwMode="auto">
          <a:xfrm>
            <a:off x="1605855" y="1559072"/>
            <a:ext cx="8719034" cy="3804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2732428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0628" y="169818"/>
            <a:ext cx="12192000" cy="625926"/>
          </a:xfrm>
        </p:spPr>
        <p:txBody>
          <a:bodyPr>
            <a:normAutofit fontScale="90000"/>
          </a:bodyPr>
          <a:lstStyle/>
          <a:p>
            <a:pPr>
              <a:lnSpc>
                <a:spcPct val="150000"/>
              </a:lnSpc>
            </a:pPr>
            <a:r>
              <a:rPr lang="en-US" cap="none" dirty="0">
                <a:latin typeface="Cambria" panose="02040503050406030204" pitchFamily="18" charset="0"/>
                <a:ea typeface="Cambria" panose="02040503050406030204" pitchFamily="18" charset="0"/>
              </a:rPr>
              <a:t>User Interface</a:t>
            </a:r>
          </a:p>
        </p:txBody>
      </p:sp>
      <p:sp>
        <p:nvSpPr>
          <p:cNvPr id="3" name="Rectangle 2"/>
          <p:cNvSpPr>
            <a:spLocks noChangeArrowheads="1"/>
          </p:cNvSpPr>
          <p:nvPr/>
        </p:nvSpPr>
        <p:spPr bwMode="auto">
          <a:xfrm>
            <a:off x="3017520" y="14097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6" name="Title 1"/>
          <p:cNvSpPr txBox="1">
            <a:spLocks/>
          </p:cNvSpPr>
          <p:nvPr/>
        </p:nvSpPr>
        <p:spPr>
          <a:xfrm>
            <a:off x="-130628" y="666208"/>
            <a:ext cx="12192000" cy="625926"/>
          </a:xfrm>
          <a:prstGeom prst="rect">
            <a:avLst/>
          </a:prstGeom>
        </p:spPr>
        <p:txBody>
          <a:bodyPr vert="horz" lIns="91440" tIns="45720" rIns="91440" bIns="45720" rtlCol="0" anchor="b">
            <a:normAutofit fontScale="52500" lnSpcReduction="20000"/>
          </a:bodyPr>
          <a:lstStyle>
            <a:lvl1pPr algn="ctr" defTabSz="914400" rtl="0" eaLnBrk="1" latinLnBrk="0" hangingPunct="1">
              <a:lnSpc>
                <a:spcPct val="90000"/>
              </a:lnSpc>
              <a:spcBef>
                <a:spcPct val="0"/>
              </a:spcBef>
              <a:buNone/>
              <a:defRPr sz="4800" kern="1200" cap="all" baseline="0">
                <a:solidFill>
                  <a:schemeClr val="tx1"/>
                </a:solidFill>
                <a:effectLst/>
                <a:latin typeface="+mj-lt"/>
                <a:ea typeface="+mj-ea"/>
                <a:cs typeface="+mj-cs"/>
              </a:defRPr>
            </a:lvl1pPr>
          </a:lstStyle>
          <a:p>
            <a:pPr>
              <a:lnSpc>
                <a:spcPct val="150000"/>
              </a:lnSpc>
            </a:pPr>
            <a:r>
              <a:rPr lang="en-US" cap="none" dirty="0">
                <a:latin typeface="Cambria" panose="02040503050406030204" pitchFamily="18" charset="0"/>
                <a:ea typeface="Cambria" panose="02040503050406030204" pitchFamily="18" charset="0"/>
              </a:rPr>
              <a:t>Manage Admin</a:t>
            </a:r>
          </a:p>
        </p:txBody>
      </p:sp>
      <p:sp>
        <p:nvSpPr>
          <p:cNvPr id="5" name="Rectangle 2"/>
          <p:cNvSpPr>
            <a:spLocks noChangeArrowheads="1"/>
          </p:cNvSpPr>
          <p:nvPr/>
        </p:nvSpPr>
        <p:spPr bwMode="auto">
          <a:xfrm>
            <a:off x="3017520" y="14097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4" name="Rectangle 2"/>
          <p:cNvSpPr>
            <a:spLocks noChangeArrowheads="1"/>
          </p:cNvSpPr>
          <p:nvPr/>
        </p:nvSpPr>
        <p:spPr bwMode="auto">
          <a:xfrm>
            <a:off x="2769326" y="14097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7" name="Rectangle 2"/>
          <p:cNvSpPr>
            <a:spLocks noChangeArrowheads="1"/>
          </p:cNvSpPr>
          <p:nvPr/>
        </p:nvSpPr>
        <p:spPr bwMode="auto">
          <a:xfrm>
            <a:off x="3294528" y="1409700"/>
            <a:ext cx="15377827"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dirty="0"/>
          </a:p>
        </p:txBody>
      </p:sp>
      <p:sp>
        <p:nvSpPr>
          <p:cNvPr id="8" name="Rectangle 2"/>
          <p:cNvSpPr>
            <a:spLocks noChangeArrowheads="1"/>
          </p:cNvSpPr>
          <p:nvPr/>
        </p:nvSpPr>
        <p:spPr bwMode="auto">
          <a:xfrm>
            <a:off x="3200400" y="1292134"/>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9" name="Rectangle 2"/>
          <p:cNvSpPr>
            <a:spLocks noChangeArrowheads="1"/>
          </p:cNvSpPr>
          <p:nvPr/>
        </p:nvSpPr>
        <p:spPr bwMode="auto">
          <a:xfrm>
            <a:off x="3017520" y="1292134"/>
            <a:ext cx="15217244"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dirty="0"/>
          </a:p>
        </p:txBody>
      </p:sp>
      <p:sp>
        <p:nvSpPr>
          <p:cNvPr id="10" name="Rectangle 2"/>
          <p:cNvSpPr>
            <a:spLocks noChangeArrowheads="1"/>
          </p:cNvSpPr>
          <p:nvPr/>
        </p:nvSpPr>
        <p:spPr bwMode="auto">
          <a:xfrm>
            <a:off x="3513908" y="1174569"/>
            <a:ext cx="1501429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dirty="0"/>
          </a:p>
        </p:txBody>
      </p:sp>
      <p:sp>
        <p:nvSpPr>
          <p:cNvPr id="11" name="Rectangle 2"/>
          <p:cNvSpPr>
            <a:spLocks noChangeArrowheads="1"/>
          </p:cNvSpPr>
          <p:nvPr/>
        </p:nvSpPr>
        <p:spPr bwMode="auto">
          <a:xfrm>
            <a:off x="2769326" y="1409698"/>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12" name="Rectangle 2"/>
          <p:cNvSpPr>
            <a:spLocks noChangeArrowheads="1"/>
          </p:cNvSpPr>
          <p:nvPr/>
        </p:nvSpPr>
        <p:spPr bwMode="auto">
          <a:xfrm>
            <a:off x="3200400" y="130410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13" name="Rectangle 2"/>
          <p:cNvSpPr>
            <a:spLocks noChangeArrowheads="1"/>
          </p:cNvSpPr>
          <p:nvPr/>
        </p:nvSpPr>
        <p:spPr bwMode="auto">
          <a:xfrm>
            <a:off x="3294527" y="1553395"/>
            <a:ext cx="14911695"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dirty="0"/>
          </a:p>
        </p:txBody>
      </p:sp>
      <p:sp>
        <p:nvSpPr>
          <p:cNvPr id="14" name="Rectangle 4"/>
          <p:cNvSpPr>
            <a:spLocks noChangeArrowheads="1"/>
          </p:cNvSpPr>
          <p:nvPr/>
        </p:nvSpPr>
        <p:spPr bwMode="auto">
          <a:xfrm>
            <a:off x="3017520" y="1527262"/>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15" name="Rectangle 2"/>
          <p:cNvSpPr>
            <a:spLocks noChangeArrowheads="1"/>
          </p:cNvSpPr>
          <p:nvPr/>
        </p:nvSpPr>
        <p:spPr bwMode="auto">
          <a:xfrm>
            <a:off x="4362994" y="1644824"/>
            <a:ext cx="17182763"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dirty="0"/>
          </a:p>
        </p:txBody>
      </p:sp>
      <p:pic>
        <p:nvPicPr>
          <p:cNvPr id="38914" name="Picture 2">
            <a:extLst>
              <a:ext uri="{FF2B5EF4-FFF2-40B4-BE49-F238E27FC236}">
                <a16:creationId xmlns:a16="http://schemas.microsoft.com/office/drawing/2014/main" id="{1DCED32A-B0D6-4B0F-A45B-D3061852D5F8}"/>
              </a:ext>
            </a:extLst>
          </p:cNvPr>
          <p:cNvPicPr>
            <a:picLocks noChangeAspect="1" noChangeArrowheads="1"/>
          </p:cNvPicPr>
          <p:nvPr/>
        </p:nvPicPr>
        <p:blipFill>
          <a:blip r:embed="rId2"/>
          <a:srcRect/>
          <a:stretch/>
        </p:blipFill>
        <p:spPr bwMode="auto">
          <a:xfrm>
            <a:off x="1622915" y="1559072"/>
            <a:ext cx="8684913" cy="3804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9020323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0628" y="169818"/>
            <a:ext cx="12192000" cy="625926"/>
          </a:xfrm>
        </p:spPr>
        <p:txBody>
          <a:bodyPr>
            <a:normAutofit fontScale="90000"/>
          </a:bodyPr>
          <a:lstStyle/>
          <a:p>
            <a:pPr>
              <a:lnSpc>
                <a:spcPct val="150000"/>
              </a:lnSpc>
            </a:pPr>
            <a:r>
              <a:rPr lang="en-US" cap="none" dirty="0">
                <a:latin typeface="Cambria" panose="02040503050406030204" pitchFamily="18" charset="0"/>
                <a:ea typeface="Cambria" panose="02040503050406030204" pitchFamily="18" charset="0"/>
              </a:rPr>
              <a:t>User Interface</a:t>
            </a:r>
          </a:p>
        </p:txBody>
      </p:sp>
      <p:sp>
        <p:nvSpPr>
          <p:cNvPr id="3" name="Rectangle 2"/>
          <p:cNvSpPr>
            <a:spLocks noChangeArrowheads="1"/>
          </p:cNvSpPr>
          <p:nvPr/>
        </p:nvSpPr>
        <p:spPr bwMode="auto">
          <a:xfrm>
            <a:off x="3017520" y="14097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6" name="Title 1"/>
          <p:cNvSpPr txBox="1">
            <a:spLocks/>
          </p:cNvSpPr>
          <p:nvPr/>
        </p:nvSpPr>
        <p:spPr>
          <a:xfrm>
            <a:off x="-130628" y="666208"/>
            <a:ext cx="12192000" cy="625926"/>
          </a:xfrm>
          <a:prstGeom prst="rect">
            <a:avLst/>
          </a:prstGeom>
        </p:spPr>
        <p:txBody>
          <a:bodyPr vert="horz" lIns="91440" tIns="45720" rIns="91440" bIns="45720" rtlCol="0" anchor="b">
            <a:normAutofit fontScale="52500" lnSpcReduction="20000"/>
          </a:bodyPr>
          <a:lstStyle>
            <a:lvl1pPr algn="ctr" defTabSz="914400" rtl="0" eaLnBrk="1" latinLnBrk="0" hangingPunct="1">
              <a:lnSpc>
                <a:spcPct val="90000"/>
              </a:lnSpc>
              <a:spcBef>
                <a:spcPct val="0"/>
              </a:spcBef>
              <a:buNone/>
              <a:defRPr sz="4800" kern="1200" cap="all" baseline="0">
                <a:solidFill>
                  <a:schemeClr val="tx1"/>
                </a:solidFill>
                <a:effectLst/>
                <a:latin typeface="+mj-lt"/>
                <a:ea typeface="+mj-ea"/>
                <a:cs typeface="+mj-cs"/>
              </a:defRPr>
            </a:lvl1pPr>
          </a:lstStyle>
          <a:p>
            <a:pPr>
              <a:lnSpc>
                <a:spcPct val="150000"/>
              </a:lnSpc>
            </a:pPr>
            <a:r>
              <a:rPr lang="en-US" cap="none" dirty="0">
                <a:latin typeface="Cambria" panose="02040503050406030204" pitchFamily="18" charset="0"/>
                <a:ea typeface="Cambria" panose="02040503050406030204" pitchFamily="18" charset="0"/>
              </a:rPr>
              <a:t>Manage Employee</a:t>
            </a:r>
          </a:p>
        </p:txBody>
      </p:sp>
      <p:sp>
        <p:nvSpPr>
          <p:cNvPr id="5" name="Rectangle 2"/>
          <p:cNvSpPr>
            <a:spLocks noChangeArrowheads="1"/>
          </p:cNvSpPr>
          <p:nvPr/>
        </p:nvSpPr>
        <p:spPr bwMode="auto">
          <a:xfrm>
            <a:off x="3017520" y="14097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4" name="Rectangle 2"/>
          <p:cNvSpPr>
            <a:spLocks noChangeArrowheads="1"/>
          </p:cNvSpPr>
          <p:nvPr/>
        </p:nvSpPr>
        <p:spPr bwMode="auto">
          <a:xfrm>
            <a:off x="2769326" y="14097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7" name="Rectangle 2"/>
          <p:cNvSpPr>
            <a:spLocks noChangeArrowheads="1"/>
          </p:cNvSpPr>
          <p:nvPr/>
        </p:nvSpPr>
        <p:spPr bwMode="auto">
          <a:xfrm>
            <a:off x="3294528" y="1409700"/>
            <a:ext cx="15377827"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dirty="0"/>
          </a:p>
        </p:txBody>
      </p:sp>
      <p:sp>
        <p:nvSpPr>
          <p:cNvPr id="8" name="Rectangle 2"/>
          <p:cNvSpPr>
            <a:spLocks noChangeArrowheads="1"/>
          </p:cNvSpPr>
          <p:nvPr/>
        </p:nvSpPr>
        <p:spPr bwMode="auto">
          <a:xfrm>
            <a:off x="3200400" y="1292134"/>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9" name="Rectangle 2"/>
          <p:cNvSpPr>
            <a:spLocks noChangeArrowheads="1"/>
          </p:cNvSpPr>
          <p:nvPr/>
        </p:nvSpPr>
        <p:spPr bwMode="auto">
          <a:xfrm>
            <a:off x="3017520" y="1292134"/>
            <a:ext cx="15217244"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dirty="0"/>
          </a:p>
        </p:txBody>
      </p:sp>
      <p:sp>
        <p:nvSpPr>
          <p:cNvPr id="10" name="Rectangle 2"/>
          <p:cNvSpPr>
            <a:spLocks noChangeArrowheads="1"/>
          </p:cNvSpPr>
          <p:nvPr/>
        </p:nvSpPr>
        <p:spPr bwMode="auto">
          <a:xfrm>
            <a:off x="3513908" y="1174569"/>
            <a:ext cx="1501429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dirty="0"/>
          </a:p>
        </p:txBody>
      </p:sp>
      <p:sp>
        <p:nvSpPr>
          <p:cNvPr id="11" name="Rectangle 2"/>
          <p:cNvSpPr>
            <a:spLocks noChangeArrowheads="1"/>
          </p:cNvSpPr>
          <p:nvPr/>
        </p:nvSpPr>
        <p:spPr bwMode="auto">
          <a:xfrm>
            <a:off x="2769326" y="1409698"/>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12" name="Rectangle 2"/>
          <p:cNvSpPr>
            <a:spLocks noChangeArrowheads="1"/>
          </p:cNvSpPr>
          <p:nvPr/>
        </p:nvSpPr>
        <p:spPr bwMode="auto">
          <a:xfrm>
            <a:off x="3200400" y="130410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13" name="Rectangle 2"/>
          <p:cNvSpPr>
            <a:spLocks noChangeArrowheads="1"/>
          </p:cNvSpPr>
          <p:nvPr/>
        </p:nvSpPr>
        <p:spPr bwMode="auto">
          <a:xfrm>
            <a:off x="3294527" y="1553395"/>
            <a:ext cx="14911695"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dirty="0"/>
          </a:p>
        </p:txBody>
      </p:sp>
      <p:sp>
        <p:nvSpPr>
          <p:cNvPr id="14" name="Rectangle 4"/>
          <p:cNvSpPr>
            <a:spLocks noChangeArrowheads="1"/>
          </p:cNvSpPr>
          <p:nvPr/>
        </p:nvSpPr>
        <p:spPr bwMode="auto">
          <a:xfrm>
            <a:off x="3017520" y="1527262"/>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15" name="Rectangle 2"/>
          <p:cNvSpPr>
            <a:spLocks noChangeArrowheads="1"/>
          </p:cNvSpPr>
          <p:nvPr/>
        </p:nvSpPr>
        <p:spPr bwMode="auto">
          <a:xfrm>
            <a:off x="4362994" y="1644824"/>
            <a:ext cx="17182763"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dirty="0"/>
          </a:p>
        </p:txBody>
      </p:sp>
      <p:pic>
        <p:nvPicPr>
          <p:cNvPr id="38914" name="Picture 2">
            <a:extLst>
              <a:ext uri="{FF2B5EF4-FFF2-40B4-BE49-F238E27FC236}">
                <a16:creationId xmlns:a16="http://schemas.microsoft.com/office/drawing/2014/main" id="{1DCED32A-B0D6-4B0F-A45B-D3061852D5F8}"/>
              </a:ext>
            </a:extLst>
          </p:cNvPr>
          <p:cNvPicPr>
            <a:picLocks noChangeAspect="1" noChangeArrowheads="1"/>
          </p:cNvPicPr>
          <p:nvPr/>
        </p:nvPicPr>
        <p:blipFill>
          <a:blip r:embed="rId2"/>
          <a:srcRect/>
          <a:stretch/>
        </p:blipFill>
        <p:spPr bwMode="auto">
          <a:xfrm>
            <a:off x="1630263" y="1559072"/>
            <a:ext cx="8670217" cy="3804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9473885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0628" y="169818"/>
            <a:ext cx="12192000" cy="625926"/>
          </a:xfrm>
        </p:spPr>
        <p:txBody>
          <a:bodyPr>
            <a:normAutofit fontScale="90000"/>
          </a:bodyPr>
          <a:lstStyle/>
          <a:p>
            <a:pPr>
              <a:lnSpc>
                <a:spcPct val="150000"/>
              </a:lnSpc>
            </a:pPr>
            <a:r>
              <a:rPr lang="en-US" cap="none" dirty="0">
                <a:latin typeface="Cambria" panose="02040503050406030204" pitchFamily="18" charset="0"/>
                <a:ea typeface="Cambria" panose="02040503050406030204" pitchFamily="18" charset="0"/>
              </a:rPr>
              <a:t>User Interface</a:t>
            </a:r>
          </a:p>
        </p:txBody>
      </p:sp>
      <p:sp>
        <p:nvSpPr>
          <p:cNvPr id="3" name="Rectangle 2"/>
          <p:cNvSpPr>
            <a:spLocks noChangeArrowheads="1"/>
          </p:cNvSpPr>
          <p:nvPr/>
        </p:nvSpPr>
        <p:spPr bwMode="auto">
          <a:xfrm>
            <a:off x="3017520" y="14097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6" name="Title 1"/>
          <p:cNvSpPr txBox="1">
            <a:spLocks/>
          </p:cNvSpPr>
          <p:nvPr/>
        </p:nvSpPr>
        <p:spPr>
          <a:xfrm>
            <a:off x="-130628" y="666208"/>
            <a:ext cx="12192000" cy="625926"/>
          </a:xfrm>
          <a:prstGeom prst="rect">
            <a:avLst/>
          </a:prstGeom>
        </p:spPr>
        <p:txBody>
          <a:bodyPr vert="horz" lIns="91440" tIns="45720" rIns="91440" bIns="45720" rtlCol="0" anchor="b">
            <a:normAutofit fontScale="52500" lnSpcReduction="20000"/>
          </a:bodyPr>
          <a:lstStyle>
            <a:lvl1pPr algn="ctr" defTabSz="914400" rtl="0" eaLnBrk="1" latinLnBrk="0" hangingPunct="1">
              <a:lnSpc>
                <a:spcPct val="90000"/>
              </a:lnSpc>
              <a:spcBef>
                <a:spcPct val="0"/>
              </a:spcBef>
              <a:buNone/>
              <a:defRPr sz="4800" kern="1200" cap="all" baseline="0">
                <a:solidFill>
                  <a:schemeClr val="tx1"/>
                </a:solidFill>
                <a:effectLst/>
                <a:latin typeface="+mj-lt"/>
                <a:ea typeface="+mj-ea"/>
                <a:cs typeface="+mj-cs"/>
              </a:defRPr>
            </a:lvl1pPr>
          </a:lstStyle>
          <a:p>
            <a:pPr>
              <a:lnSpc>
                <a:spcPct val="150000"/>
              </a:lnSpc>
            </a:pPr>
            <a:r>
              <a:rPr lang="en-US" cap="none" dirty="0">
                <a:latin typeface="Cambria" panose="02040503050406030204" pitchFamily="18" charset="0"/>
                <a:ea typeface="Cambria" panose="02040503050406030204" pitchFamily="18" charset="0"/>
              </a:rPr>
              <a:t>Manage Category</a:t>
            </a:r>
          </a:p>
        </p:txBody>
      </p:sp>
      <p:sp>
        <p:nvSpPr>
          <p:cNvPr id="5" name="Rectangle 2"/>
          <p:cNvSpPr>
            <a:spLocks noChangeArrowheads="1"/>
          </p:cNvSpPr>
          <p:nvPr/>
        </p:nvSpPr>
        <p:spPr bwMode="auto">
          <a:xfrm>
            <a:off x="3017520" y="14097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4" name="Rectangle 2"/>
          <p:cNvSpPr>
            <a:spLocks noChangeArrowheads="1"/>
          </p:cNvSpPr>
          <p:nvPr/>
        </p:nvSpPr>
        <p:spPr bwMode="auto">
          <a:xfrm>
            <a:off x="2769326" y="14097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7" name="Rectangle 2"/>
          <p:cNvSpPr>
            <a:spLocks noChangeArrowheads="1"/>
          </p:cNvSpPr>
          <p:nvPr/>
        </p:nvSpPr>
        <p:spPr bwMode="auto">
          <a:xfrm>
            <a:off x="3294528" y="1409700"/>
            <a:ext cx="15377827"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dirty="0"/>
          </a:p>
        </p:txBody>
      </p:sp>
      <p:sp>
        <p:nvSpPr>
          <p:cNvPr id="8" name="Rectangle 2"/>
          <p:cNvSpPr>
            <a:spLocks noChangeArrowheads="1"/>
          </p:cNvSpPr>
          <p:nvPr/>
        </p:nvSpPr>
        <p:spPr bwMode="auto">
          <a:xfrm>
            <a:off x="3200400" y="1292134"/>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9" name="Rectangle 2"/>
          <p:cNvSpPr>
            <a:spLocks noChangeArrowheads="1"/>
          </p:cNvSpPr>
          <p:nvPr/>
        </p:nvSpPr>
        <p:spPr bwMode="auto">
          <a:xfrm>
            <a:off x="3017520" y="1292134"/>
            <a:ext cx="15217244"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dirty="0"/>
          </a:p>
        </p:txBody>
      </p:sp>
      <p:sp>
        <p:nvSpPr>
          <p:cNvPr id="10" name="Rectangle 2"/>
          <p:cNvSpPr>
            <a:spLocks noChangeArrowheads="1"/>
          </p:cNvSpPr>
          <p:nvPr/>
        </p:nvSpPr>
        <p:spPr bwMode="auto">
          <a:xfrm>
            <a:off x="3513908" y="1174569"/>
            <a:ext cx="1501429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dirty="0"/>
          </a:p>
        </p:txBody>
      </p:sp>
      <p:sp>
        <p:nvSpPr>
          <p:cNvPr id="11" name="Rectangle 2"/>
          <p:cNvSpPr>
            <a:spLocks noChangeArrowheads="1"/>
          </p:cNvSpPr>
          <p:nvPr/>
        </p:nvSpPr>
        <p:spPr bwMode="auto">
          <a:xfrm>
            <a:off x="2769326" y="1409698"/>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12" name="Rectangle 2"/>
          <p:cNvSpPr>
            <a:spLocks noChangeArrowheads="1"/>
          </p:cNvSpPr>
          <p:nvPr/>
        </p:nvSpPr>
        <p:spPr bwMode="auto">
          <a:xfrm>
            <a:off x="3200400" y="130410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13" name="Rectangle 2"/>
          <p:cNvSpPr>
            <a:spLocks noChangeArrowheads="1"/>
          </p:cNvSpPr>
          <p:nvPr/>
        </p:nvSpPr>
        <p:spPr bwMode="auto">
          <a:xfrm>
            <a:off x="3294527" y="1553395"/>
            <a:ext cx="14911695"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dirty="0"/>
          </a:p>
        </p:txBody>
      </p:sp>
      <p:sp>
        <p:nvSpPr>
          <p:cNvPr id="14" name="Rectangle 4"/>
          <p:cNvSpPr>
            <a:spLocks noChangeArrowheads="1"/>
          </p:cNvSpPr>
          <p:nvPr/>
        </p:nvSpPr>
        <p:spPr bwMode="auto">
          <a:xfrm>
            <a:off x="3017520" y="1527262"/>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15" name="Rectangle 2"/>
          <p:cNvSpPr>
            <a:spLocks noChangeArrowheads="1"/>
          </p:cNvSpPr>
          <p:nvPr/>
        </p:nvSpPr>
        <p:spPr bwMode="auto">
          <a:xfrm>
            <a:off x="4362994" y="1644824"/>
            <a:ext cx="17182763"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dirty="0"/>
          </a:p>
        </p:txBody>
      </p:sp>
      <p:pic>
        <p:nvPicPr>
          <p:cNvPr id="38914" name="Picture 2">
            <a:extLst>
              <a:ext uri="{FF2B5EF4-FFF2-40B4-BE49-F238E27FC236}">
                <a16:creationId xmlns:a16="http://schemas.microsoft.com/office/drawing/2014/main" id="{1DCED32A-B0D6-4B0F-A45B-D3061852D5F8}"/>
              </a:ext>
            </a:extLst>
          </p:cNvPr>
          <p:cNvPicPr>
            <a:picLocks noChangeAspect="1" noChangeArrowheads="1"/>
          </p:cNvPicPr>
          <p:nvPr/>
        </p:nvPicPr>
        <p:blipFill>
          <a:blip r:embed="rId2"/>
          <a:srcRect/>
          <a:stretch/>
        </p:blipFill>
        <p:spPr bwMode="auto">
          <a:xfrm>
            <a:off x="1640799" y="1559072"/>
            <a:ext cx="8649145" cy="3804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0030559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0628" y="169818"/>
            <a:ext cx="12192000" cy="625926"/>
          </a:xfrm>
        </p:spPr>
        <p:txBody>
          <a:bodyPr>
            <a:normAutofit fontScale="90000"/>
          </a:bodyPr>
          <a:lstStyle/>
          <a:p>
            <a:pPr>
              <a:lnSpc>
                <a:spcPct val="150000"/>
              </a:lnSpc>
            </a:pPr>
            <a:r>
              <a:rPr lang="en-US" cap="none" dirty="0">
                <a:latin typeface="Cambria" panose="02040503050406030204" pitchFamily="18" charset="0"/>
                <a:ea typeface="Cambria" panose="02040503050406030204" pitchFamily="18" charset="0"/>
              </a:rPr>
              <a:t>User Interface</a:t>
            </a:r>
          </a:p>
        </p:txBody>
      </p:sp>
      <p:sp>
        <p:nvSpPr>
          <p:cNvPr id="3" name="Rectangle 2"/>
          <p:cNvSpPr>
            <a:spLocks noChangeArrowheads="1"/>
          </p:cNvSpPr>
          <p:nvPr/>
        </p:nvSpPr>
        <p:spPr bwMode="auto">
          <a:xfrm>
            <a:off x="3017520" y="14097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6" name="Title 1"/>
          <p:cNvSpPr txBox="1">
            <a:spLocks/>
          </p:cNvSpPr>
          <p:nvPr/>
        </p:nvSpPr>
        <p:spPr>
          <a:xfrm>
            <a:off x="-130628" y="666208"/>
            <a:ext cx="12192000" cy="625926"/>
          </a:xfrm>
          <a:prstGeom prst="rect">
            <a:avLst/>
          </a:prstGeom>
        </p:spPr>
        <p:txBody>
          <a:bodyPr vert="horz" lIns="91440" tIns="45720" rIns="91440" bIns="45720" rtlCol="0" anchor="b">
            <a:normAutofit fontScale="52500" lnSpcReduction="20000"/>
          </a:bodyPr>
          <a:lstStyle>
            <a:lvl1pPr algn="ctr" defTabSz="914400" rtl="0" eaLnBrk="1" latinLnBrk="0" hangingPunct="1">
              <a:lnSpc>
                <a:spcPct val="90000"/>
              </a:lnSpc>
              <a:spcBef>
                <a:spcPct val="0"/>
              </a:spcBef>
              <a:buNone/>
              <a:defRPr sz="4800" kern="1200" cap="all" baseline="0">
                <a:solidFill>
                  <a:schemeClr val="tx1"/>
                </a:solidFill>
                <a:effectLst/>
                <a:latin typeface="+mj-lt"/>
                <a:ea typeface="+mj-ea"/>
                <a:cs typeface="+mj-cs"/>
              </a:defRPr>
            </a:lvl1pPr>
          </a:lstStyle>
          <a:p>
            <a:pPr>
              <a:lnSpc>
                <a:spcPct val="150000"/>
              </a:lnSpc>
            </a:pPr>
            <a:r>
              <a:rPr lang="en-US" cap="none" dirty="0">
                <a:latin typeface="Cambria" panose="02040503050406030204" pitchFamily="18" charset="0"/>
                <a:ea typeface="Cambria" panose="02040503050406030204" pitchFamily="18" charset="0"/>
              </a:rPr>
              <a:t>Manage Product</a:t>
            </a:r>
          </a:p>
        </p:txBody>
      </p:sp>
      <p:sp>
        <p:nvSpPr>
          <p:cNvPr id="5" name="Rectangle 2"/>
          <p:cNvSpPr>
            <a:spLocks noChangeArrowheads="1"/>
          </p:cNvSpPr>
          <p:nvPr/>
        </p:nvSpPr>
        <p:spPr bwMode="auto">
          <a:xfrm>
            <a:off x="3017520" y="14097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4" name="Rectangle 2"/>
          <p:cNvSpPr>
            <a:spLocks noChangeArrowheads="1"/>
          </p:cNvSpPr>
          <p:nvPr/>
        </p:nvSpPr>
        <p:spPr bwMode="auto">
          <a:xfrm>
            <a:off x="2769326" y="14097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7" name="Rectangle 2"/>
          <p:cNvSpPr>
            <a:spLocks noChangeArrowheads="1"/>
          </p:cNvSpPr>
          <p:nvPr/>
        </p:nvSpPr>
        <p:spPr bwMode="auto">
          <a:xfrm>
            <a:off x="3294528" y="1409700"/>
            <a:ext cx="15377827"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dirty="0"/>
          </a:p>
        </p:txBody>
      </p:sp>
      <p:sp>
        <p:nvSpPr>
          <p:cNvPr id="8" name="Rectangle 2"/>
          <p:cNvSpPr>
            <a:spLocks noChangeArrowheads="1"/>
          </p:cNvSpPr>
          <p:nvPr/>
        </p:nvSpPr>
        <p:spPr bwMode="auto">
          <a:xfrm>
            <a:off x="3200400" y="1292134"/>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9" name="Rectangle 2"/>
          <p:cNvSpPr>
            <a:spLocks noChangeArrowheads="1"/>
          </p:cNvSpPr>
          <p:nvPr/>
        </p:nvSpPr>
        <p:spPr bwMode="auto">
          <a:xfrm>
            <a:off x="3017520" y="1292134"/>
            <a:ext cx="15217244"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dirty="0"/>
          </a:p>
        </p:txBody>
      </p:sp>
      <p:sp>
        <p:nvSpPr>
          <p:cNvPr id="10" name="Rectangle 2"/>
          <p:cNvSpPr>
            <a:spLocks noChangeArrowheads="1"/>
          </p:cNvSpPr>
          <p:nvPr/>
        </p:nvSpPr>
        <p:spPr bwMode="auto">
          <a:xfrm>
            <a:off x="3513908" y="1174569"/>
            <a:ext cx="1501429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dirty="0"/>
          </a:p>
        </p:txBody>
      </p:sp>
      <p:sp>
        <p:nvSpPr>
          <p:cNvPr id="11" name="Rectangle 2"/>
          <p:cNvSpPr>
            <a:spLocks noChangeArrowheads="1"/>
          </p:cNvSpPr>
          <p:nvPr/>
        </p:nvSpPr>
        <p:spPr bwMode="auto">
          <a:xfrm>
            <a:off x="2769326" y="1409698"/>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12" name="Rectangle 2"/>
          <p:cNvSpPr>
            <a:spLocks noChangeArrowheads="1"/>
          </p:cNvSpPr>
          <p:nvPr/>
        </p:nvSpPr>
        <p:spPr bwMode="auto">
          <a:xfrm>
            <a:off x="3200400" y="130410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13" name="Rectangle 2"/>
          <p:cNvSpPr>
            <a:spLocks noChangeArrowheads="1"/>
          </p:cNvSpPr>
          <p:nvPr/>
        </p:nvSpPr>
        <p:spPr bwMode="auto">
          <a:xfrm>
            <a:off x="3294527" y="1553395"/>
            <a:ext cx="14911695"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dirty="0"/>
          </a:p>
        </p:txBody>
      </p:sp>
      <p:sp>
        <p:nvSpPr>
          <p:cNvPr id="14" name="Rectangle 4"/>
          <p:cNvSpPr>
            <a:spLocks noChangeArrowheads="1"/>
          </p:cNvSpPr>
          <p:nvPr/>
        </p:nvSpPr>
        <p:spPr bwMode="auto">
          <a:xfrm>
            <a:off x="3017520" y="1527262"/>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15" name="Rectangle 2"/>
          <p:cNvSpPr>
            <a:spLocks noChangeArrowheads="1"/>
          </p:cNvSpPr>
          <p:nvPr/>
        </p:nvSpPr>
        <p:spPr bwMode="auto">
          <a:xfrm>
            <a:off x="4362994" y="1644824"/>
            <a:ext cx="17182763"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dirty="0"/>
          </a:p>
        </p:txBody>
      </p:sp>
      <p:pic>
        <p:nvPicPr>
          <p:cNvPr id="38914" name="Picture 2">
            <a:extLst>
              <a:ext uri="{FF2B5EF4-FFF2-40B4-BE49-F238E27FC236}">
                <a16:creationId xmlns:a16="http://schemas.microsoft.com/office/drawing/2014/main" id="{1DCED32A-B0D6-4B0F-A45B-D3061852D5F8}"/>
              </a:ext>
            </a:extLst>
          </p:cNvPr>
          <p:cNvPicPr>
            <a:picLocks noChangeAspect="1" noChangeArrowheads="1"/>
          </p:cNvPicPr>
          <p:nvPr/>
        </p:nvPicPr>
        <p:blipFill>
          <a:blip r:embed="rId2"/>
          <a:srcRect/>
          <a:stretch/>
        </p:blipFill>
        <p:spPr bwMode="auto">
          <a:xfrm>
            <a:off x="1640799" y="1563695"/>
            <a:ext cx="8649145" cy="37948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8879252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0628" y="169818"/>
            <a:ext cx="12192000" cy="625926"/>
          </a:xfrm>
        </p:spPr>
        <p:txBody>
          <a:bodyPr>
            <a:normAutofit fontScale="90000"/>
          </a:bodyPr>
          <a:lstStyle/>
          <a:p>
            <a:pPr>
              <a:lnSpc>
                <a:spcPct val="150000"/>
              </a:lnSpc>
            </a:pPr>
            <a:r>
              <a:rPr lang="en-US" cap="none" dirty="0">
                <a:latin typeface="Cambria" panose="02040503050406030204" pitchFamily="18" charset="0"/>
                <a:ea typeface="Cambria" panose="02040503050406030204" pitchFamily="18" charset="0"/>
              </a:rPr>
              <a:t>User Interface</a:t>
            </a:r>
          </a:p>
        </p:txBody>
      </p:sp>
      <p:sp>
        <p:nvSpPr>
          <p:cNvPr id="3" name="Rectangle 2"/>
          <p:cNvSpPr>
            <a:spLocks noChangeArrowheads="1"/>
          </p:cNvSpPr>
          <p:nvPr/>
        </p:nvSpPr>
        <p:spPr bwMode="auto">
          <a:xfrm>
            <a:off x="3017520" y="14097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6" name="Title 1"/>
          <p:cNvSpPr txBox="1">
            <a:spLocks/>
          </p:cNvSpPr>
          <p:nvPr/>
        </p:nvSpPr>
        <p:spPr>
          <a:xfrm>
            <a:off x="-130628" y="666208"/>
            <a:ext cx="12192000" cy="625926"/>
          </a:xfrm>
          <a:prstGeom prst="rect">
            <a:avLst/>
          </a:prstGeom>
        </p:spPr>
        <p:txBody>
          <a:bodyPr vert="horz" lIns="91440" tIns="45720" rIns="91440" bIns="45720" rtlCol="0" anchor="b">
            <a:normAutofit fontScale="52500" lnSpcReduction="20000"/>
          </a:bodyPr>
          <a:lstStyle>
            <a:lvl1pPr algn="ctr" defTabSz="914400" rtl="0" eaLnBrk="1" latinLnBrk="0" hangingPunct="1">
              <a:lnSpc>
                <a:spcPct val="90000"/>
              </a:lnSpc>
              <a:spcBef>
                <a:spcPct val="0"/>
              </a:spcBef>
              <a:buNone/>
              <a:defRPr sz="4800" kern="1200" cap="all" baseline="0">
                <a:solidFill>
                  <a:schemeClr val="tx1"/>
                </a:solidFill>
                <a:effectLst/>
                <a:latin typeface="+mj-lt"/>
                <a:ea typeface="+mj-ea"/>
                <a:cs typeface="+mj-cs"/>
              </a:defRPr>
            </a:lvl1pPr>
          </a:lstStyle>
          <a:p>
            <a:pPr>
              <a:lnSpc>
                <a:spcPct val="150000"/>
              </a:lnSpc>
            </a:pPr>
            <a:r>
              <a:rPr lang="en-US" cap="none" dirty="0">
                <a:latin typeface="Cambria" panose="02040503050406030204" pitchFamily="18" charset="0"/>
                <a:ea typeface="Cambria" panose="02040503050406030204" pitchFamily="18" charset="0"/>
              </a:rPr>
              <a:t>Manage Service</a:t>
            </a:r>
          </a:p>
        </p:txBody>
      </p:sp>
      <p:sp>
        <p:nvSpPr>
          <p:cNvPr id="5" name="Rectangle 2"/>
          <p:cNvSpPr>
            <a:spLocks noChangeArrowheads="1"/>
          </p:cNvSpPr>
          <p:nvPr/>
        </p:nvSpPr>
        <p:spPr bwMode="auto">
          <a:xfrm>
            <a:off x="3017520" y="14097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4" name="Rectangle 2"/>
          <p:cNvSpPr>
            <a:spLocks noChangeArrowheads="1"/>
          </p:cNvSpPr>
          <p:nvPr/>
        </p:nvSpPr>
        <p:spPr bwMode="auto">
          <a:xfrm>
            <a:off x="2769326" y="14097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7" name="Rectangle 2"/>
          <p:cNvSpPr>
            <a:spLocks noChangeArrowheads="1"/>
          </p:cNvSpPr>
          <p:nvPr/>
        </p:nvSpPr>
        <p:spPr bwMode="auto">
          <a:xfrm>
            <a:off x="3294528" y="1409700"/>
            <a:ext cx="15377827"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dirty="0"/>
          </a:p>
        </p:txBody>
      </p:sp>
      <p:sp>
        <p:nvSpPr>
          <p:cNvPr id="8" name="Rectangle 2"/>
          <p:cNvSpPr>
            <a:spLocks noChangeArrowheads="1"/>
          </p:cNvSpPr>
          <p:nvPr/>
        </p:nvSpPr>
        <p:spPr bwMode="auto">
          <a:xfrm>
            <a:off x="3200400" y="1292134"/>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9" name="Rectangle 2"/>
          <p:cNvSpPr>
            <a:spLocks noChangeArrowheads="1"/>
          </p:cNvSpPr>
          <p:nvPr/>
        </p:nvSpPr>
        <p:spPr bwMode="auto">
          <a:xfrm>
            <a:off x="3017520" y="1292134"/>
            <a:ext cx="15217244"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dirty="0"/>
          </a:p>
        </p:txBody>
      </p:sp>
      <p:sp>
        <p:nvSpPr>
          <p:cNvPr id="10" name="Rectangle 2"/>
          <p:cNvSpPr>
            <a:spLocks noChangeArrowheads="1"/>
          </p:cNvSpPr>
          <p:nvPr/>
        </p:nvSpPr>
        <p:spPr bwMode="auto">
          <a:xfrm>
            <a:off x="3513908" y="1174569"/>
            <a:ext cx="1501429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dirty="0"/>
          </a:p>
        </p:txBody>
      </p:sp>
      <p:sp>
        <p:nvSpPr>
          <p:cNvPr id="11" name="Rectangle 2"/>
          <p:cNvSpPr>
            <a:spLocks noChangeArrowheads="1"/>
          </p:cNvSpPr>
          <p:nvPr/>
        </p:nvSpPr>
        <p:spPr bwMode="auto">
          <a:xfrm>
            <a:off x="2769326" y="1409698"/>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12" name="Rectangle 2"/>
          <p:cNvSpPr>
            <a:spLocks noChangeArrowheads="1"/>
          </p:cNvSpPr>
          <p:nvPr/>
        </p:nvSpPr>
        <p:spPr bwMode="auto">
          <a:xfrm>
            <a:off x="3200400" y="130410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13" name="Rectangle 2"/>
          <p:cNvSpPr>
            <a:spLocks noChangeArrowheads="1"/>
          </p:cNvSpPr>
          <p:nvPr/>
        </p:nvSpPr>
        <p:spPr bwMode="auto">
          <a:xfrm>
            <a:off x="3294527" y="1553395"/>
            <a:ext cx="14911695"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dirty="0"/>
          </a:p>
        </p:txBody>
      </p:sp>
      <p:sp>
        <p:nvSpPr>
          <p:cNvPr id="14" name="Rectangle 4"/>
          <p:cNvSpPr>
            <a:spLocks noChangeArrowheads="1"/>
          </p:cNvSpPr>
          <p:nvPr/>
        </p:nvSpPr>
        <p:spPr bwMode="auto">
          <a:xfrm>
            <a:off x="3017520" y="1527262"/>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15" name="Rectangle 2"/>
          <p:cNvSpPr>
            <a:spLocks noChangeArrowheads="1"/>
          </p:cNvSpPr>
          <p:nvPr/>
        </p:nvSpPr>
        <p:spPr bwMode="auto">
          <a:xfrm>
            <a:off x="4362994" y="1644824"/>
            <a:ext cx="17182763"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dirty="0"/>
          </a:p>
        </p:txBody>
      </p:sp>
      <p:pic>
        <p:nvPicPr>
          <p:cNvPr id="38914" name="Picture 2">
            <a:extLst>
              <a:ext uri="{FF2B5EF4-FFF2-40B4-BE49-F238E27FC236}">
                <a16:creationId xmlns:a16="http://schemas.microsoft.com/office/drawing/2014/main" id="{1DCED32A-B0D6-4B0F-A45B-D3061852D5F8}"/>
              </a:ext>
            </a:extLst>
          </p:cNvPr>
          <p:cNvPicPr>
            <a:picLocks noChangeAspect="1" noChangeArrowheads="1"/>
          </p:cNvPicPr>
          <p:nvPr/>
        </p:nvPicPr>
        <p:blipFill>
          <a:blip r:embed="rId2"/>
          <a:srcRect/>
          <a:stretch/>
        </p:blipFill>
        <p:spPr bwMode="auto">
          <a:xfrm>
            <a:off x="1644899" y="1563695"/>
            <a:ext cx="8640944" cy="37948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4477260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0628" y="169818"/>
            <a:ext cx="12192000" cy="625926"/>
          </a:xfrm>
        </p:spPr>
        <p:txBody>
          <a:bodyPr>
            <a:normAutofit fontScale="90000"/>
          </a:bodyPr>
          <a:lstStyle/>
          <a:p>
            <a:pPr>
              <a:lnSpc>
                <a:spcPct val="150000"/>
              </a:lnSpc>
            </a:pPr>
            <a:r>
              <a:rPr lang="en-US" cap="none" dirty="0">
                <a:latin typeface="Cambria" panose="02040503050406030204" pitchFamily="18" charset="0"/>
                <a:ea typeface="Cambria" panose="02040503050406030204" pitchFamily="18" charset="0"/>
              </a:rPr>
              <a:t>User Interface</a:t>
            </a:r>
          </a:p>
        </p:txBody>
      </p:sp>
      <p:sp>
        <p:nvSpPr>
          <p:cNvPr id="3" name="Rectangle 2"/>
          <p:cNvSpPr>
            <a:spLocks noChangeArrowheads="1"/>
          </p:cNvSpPr>
          <p:nvPr/>
        </p:nvSpPr>
        <p:spPr bwMode="auto">
          <a:xfrm>
            <a:off x="3017520" y="14097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6" name="Title 1"/>
          <p:cNvSpPr txBox="1">
            <a:spLocks/>
          </p:cNvSpPr>
          <p:nvPr/>
        </p:nvSpPr>
        <p:spPr>
          <a:xfrm>
            <a:off x="-130628" y="666208"/>
            <a:ext cx="12192000" cy="625926"/>
          </a:xfrm>
          <a:prstGeom prst="rect">
            <a:avLst/>
          </a:prstGeom>
        </p:spPr>
        <p:txBody>
          <a:bodyPr vert="horz" lIns="91440" tIns="45720" rIns="91440" bIns="45720" rtlCol="0" anchor="b">
            <a:normAutofit fontScale="52500" lnSpcReduction="20000"/>
          </a:bodyPr>
          <a:lstStyle>
            <a:lvl1pPr algn="ctr" defTabSz="914400" rtl="0" eaLnBrk="1" latinLnBrk="0" hangingPunct="1">
              <a:lnSpc>
                <a:spcPct val="90000"/>
              </a:lnSpc>
              <a:spcBef>
                <a:spcPct val="0"/>
              </a:spcBef>
              <a:buNone/>
              <a:defRPr sz="4800" kern="1200" cap="all" baseline="0">
                <a:solidFill>
                  <a:schemeClr val="tx1"/>
                </a:solidFill>
                <a:effectLst/>
                <a:latin typeface="+mj-lt"/>
                <a:ea typeface="+mj-ea"/>
                <a:cs typeface="+mj-cs"/>
              </a:defRPr>
            </a:lvl1pPr>
          </a:lstStyle>
          <a:p>
            <a:pPr>
              <a:lnSpc>
                <a:spcPct val="150000"/>
              </a:lnSpc>
            </a:pPr>
            <a:r>
              <a:rPr lang="en-US" cap="none" dirty="0">
                <a:latin typeface="Cambria" panose="02040503050406030204" pitchFamily="18" charset="0"/>
                <a:ea typeface="Cambria" panose="02040503050406030204" pitchFamily="18" charset="0"/>
              </a:rPr>
              <a:t>Manage User</a:t>
            </a:r>
          </a:p>
        </p:txBody>
      </p:sp>
      <p:sp>
        <p:nvSpPr>
          <p:cNvPr id="5" name="Rectangle 2"/>
          <p:cNvSpPr>
            <a:spLocks noChangeArrowheads="1"/>
          </p:cNvSpPr>
          <p:nvPr/>
        </p:nvSpPr>
        <p:spPr bwMode="auto">
          <a:xfrm>
            <a:off x="3017520" y="14097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4" name="Rectangle 2"/>
          <p:cNvSpPr>
            <a:spLocks noChangeArrowheads="1"/>
          </p:cNvSpPr>
          <p:nvPr/>
        </p:nvSpPr>
        <p:spPr bwMode="auto">
          <a:xfrm>
            <a:off x="2769326" y="14097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7" name="Rectangle 2"/>
          <p:cNvSpPr>
            <a:spLocks noChangeArrowheads="1"/>
          </p:cNvSpPr>
          <p:nvPr/>
        </p:nvSpPr>
        <p:spPr bwMode="auto">
          <a:xfrm>
            <a:off x="3294528" y="1409700"/>
            <a:ext cx="15377827"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dirty="0"/>
          </a:p>
        </p:txBody>
      </p:sp>
      <p:sp>
        <p:nvSpPr>
          <p:cNvPr id="8" name="Rectangle 2"/>
          <p:cNvSpPr>
            <a:spLocks noChangeArrowheads="1"/>
          </p:cNvSpPr>
          <p:nvPr/>
        </p:nvSpPr>
        <p:spPr bwMode="auto">
          <a:xfrm>
            <a:off x="3200400" y="1292134"/>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9" name="Rectangle 2"/>
          <p:cNvSpPr>
            <a:spLocks noChangeArrowheads="1"/>
          </p:cNvSpPr>
          <p:nvPr/>
        </p:nvSpPr>
        <p:spPr bwMode="auto">
          <a:xfrm>
            <a:off x="3017520" y="1292134"/>
            <a:ext cx="15217244"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dirty="0"/>
          </a:p>
        </p:txBody>
      </p:sp>
      <p:sp>
        <p:nvSpPr>
          <p:cNvPr id="10" name="Rectangle 2"/>
          <p:cNvSpPr>
            <a:spLocks noChangeArrowheads="1"/>
          </p:cNvSpPr>
          <p:nvPr/>
        </p:nvSpPr>
        <p:spPr bwMode="auto">
          <a:xfrm>
            <a:off x="3513908" y="1174569"/>
            <a:ext cx="1501429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dirty="0"/>
          </a:p>
        </p:txBody>
      </p:sp>
      <p:sp>
        <p:nvSpPr>
          <p:cNvPr id="11" name="Rectangle 2"/>
          <p:cNvSpPr>
            <a:spLocks noChangeArrowheads="1"/>
          </p:cNvSpPr>
          <p:nvPr/>
        </p:nvSpPr>
        <p:spPr bwMode="auto">
          <a:xfrm>
            <a:off x="2769326" y="1409698"/>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12" name="Rectangle 2"/>
          <p:cNvSpPr>
            <a:spLocks noChangeArrowheads="1"/>
          </p:cNvSpPr>
          <p:nvPr/>
        </p:nvSpPr>
        <p:spPr bwMode="auto">
          <a:xfrm>
            <a:off x="3200400" y="130410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13" name="Rectangle 2"/>
          <p:cNvSpPr>
            <a:spLocks noChangeArrowheads="1"/>
          </p:cNvSpPr>
          <p:nvPr/>
        </p:nvSpPr>
        <p:spPr bwMode="auto">
          <a:xfrm>
            <a:off x="3294527" y="1553395"/>
            <a:ext cx="14911695"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dirty="0"/>
          </a:p>
        </p:txBody>
      </p:sp>
      <p:sp>
        <p:nvSpPr>
          <p:cNvPr id="14" name="Rectangle 4"/>
          <p:cNvSpPr>
            <a:spLocks noChangeArrowheads="1"/>
          </p:cNvSpPr>
          <p:nvPr/>
        </p:nvSpPr>
        <p:spPr bwMode="auto">
          <a:xfrm>
            <a:off x="3017520" y="1527262"/>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15" name="Rectangle 2"/>
          <p:cNvSpPr>
            <a:spLocks noChangeArrowheads="1"/>
          </p:cNvSpPr>
          <p:nvPr/>
        </p:nvSpPr>
        <p:spPr bwMode="auto">
          <a:xfrm>
            <a:off x="4362994" y="1644824"/>
            <a:ext cx="17182763"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dirty="0"/>
          </a:p>
        </p:txBody>
      </p:sp>
      <p:pic>
        <p:nvPicPr>
          <p:cNvPr id="38914" name="Picture 2">
            <a:extLst>
              <a:ext uri="{FF2B5EF4-FFF2-40B4-BE49-F238E27FC236}">
                <a16:creationId xmlns:a16="http://schemas.microsoft.com/office/drawing/2014/main" id="{1DCED32A-B0D6-4B0F-A45B-D3061852D5F8}"/>
              </a:ext>
            </a:extLst>
          </p:cNvPr>
          <p:cNvPicPr>
            <a:picLocks noChangeAspect="1" noChangeArrowheads="1"/>
          </p:cNvPicPr>
          <p:nvPr/>
        </p:nvPicPr>
        <p:blipFill>
          <a:blip r:embed="rId2"/>
          <a:srcRect/>
          <a:stretch/>
        </p:blipFill>
        <p:spPr bwMode="auto">
          <a:xfrm>
            <a:off x="1644899" y="1574710"/>
            <a:ext cx="8640944" cy="37728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0899229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0628" y="169818"/>
            <a:ext cx="12192000" cy="625926"/>
          </a:xfrm>
        </p:spPr>
        <p:txBody>
          <a:bodyPr>
            <a:normAutofit fontScale="90000"/>
          </a:bodyPr>
          <a:lstStyle/>
          <a:p>
            <a:pPr>
              <a:lnSpc>
                <a:spcPct val="150000"/>
              </a:lnSpc>
            </a:pPr>
            <a:r>
              <a:rPr lang="en-US" cap="none" dirty="0">
                <a:latin typeface="Cambria" panose="02040503050406030204" pitchFamily="18" charset="0"/>
                <a:ea typeface="Cambria" panose="02040503050406030204" pitchFamily="18" charset="0"/>
              </a:rPr>
              <a:t>User Interface</a:t>
            </a:r>
          </a:p>
        </p:txBody>
      </p:sp>
      <p:sp>
        <p:nvSpPr>
          <p:cNvPr id="3" name="Rectangle 2"/>
          <p:cNvSpPr>
            <a:spLocks noChangeArrowheads="1"/>
          </p:cNvSpPr>
          <p:nvPr/>
        </p:nvSpPr>
        <p:spPr bwMode="auto">
          <a:xfrm>
            <a:off x="3017520" y="14097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6" name="Title 1"/>
          <p:cNvSpPr txBox="1">
            <a:spLocks/>
          </p:cNvSpPr>
          <p:nvPr/>
        </p:nvSpPr>
        <p:spPr>
          <a:xfrm>
            <a:off x="-130628" y="666208"/>
            <a:ext cx="12192000" cy="625926"/>
          </a:xfrm>
          <a:prstGeom prst="rect">
            <a:avLst/>
          </a:prstGeom>
        </p:spPr>
        <p:txBody>
          <a:bodyPr vert="horz" lIns="91440" tIns="45720" rIns="91440" bIns="45720" rtlCol="0" anchor="b">
            <a:normAutofit fontScale="52500" lnSpcReduction="20000"/>
          </a:bodyPr>
          <a:lstStyle>
            <a:lvl1pPr algn="ctr" defTabSz="914400" rtl="0" eaLnBrk="1" latinLnBrk="0" hangingPunct="1">
              <a:lnSpc>
                <a:spcPct val="90000"/>
              </a:lnSpc>
              <a:spcBef>
                <a:spcPct val="0"/>
              </a:spcBef>
              <a:buNone/>
              <a:defRPr sz="4800" kern="1200" cap="all" baseline="0">
                <a:solidFill>
                  <a:schemeClr val="tx1"/>
                </a:solidFill>
                <a:effectLst/>
                <a:latin typeface="+mj-lt"/>
                <a:ea typeface="+mj-ea"/>
                <a:cs typeface="+mj-cs"/>
              </a:defRPr>
            </a:lvl1pPr>
          </a:lstStyle>
          <a:p>
            <a:pPr>
              <a:lnSpc>
                <a:spcPct val="150000"/>
              </a:lnSpc>
            </a:pPr>
            <a:r>
              <a:rPr lang="en-US" cap="none" dirty="0">
                <a:latin typeface="Cambria" panose="02040503050406030204" pitchFamily="18" charset="0"/>
                <a:ea typeface="Cambria" panose="02040503050406030204" pitchFamily="18" charset="0"/>
              </a:rPr>
              <a:t>Manage Booking</a:t>
            </a:r>
          </a:p>
        </p:txBody>
      </p:sp>
      <p:sp>
        <p:nvSpPr>
          <p:cNvPr id="5" name="Rectangle 2"/>
          <p:cNvSpPr>
            <a:spLocks noChangeArrowheads="1"/>
          </p:cNvSpPr>
          <p:nvPr/>
        </p:nvSpPr>
        <p:spPr bwMode="auto">
          <a:xfrm>
            <a:off x="3017520" y="14097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4" name="Rectangle 2"/>
          <p:cNvSpPr>
            <a:spLocks noChangeArrowheads="1"/>
          </p:cNvSpPr>
          <p:nvPr/>
        </p:nvSpPr>
        <p:spPr bwMode="auto">
          <a:xfrm>
            <a:off x="2769326" y="14097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7" name="Rectangle 2"/>
          <p:cNvSpPr>
            <a:spLocks noChangeArrowheads="1"/>
          </p:cNvSpPr>
          <p:nvPr/>
        </p:nvSpPr>
        <p:spPr bwMode="auto">
          <a:xfrm>
            <a:off x="3294528" y="1409700"/>
            <a:ext cx="15377827"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dirty="0"/>
          </a:p>
        </p:txBody>
      </p:sp>
      <p:sp>
        <p:nvSpPr>
          <p:cNvPr id="8" name="Rectangle 2"/>
          <p:cNvSpPr>
            <a:spLocks noChangeArrowheads="1"/>
          </p:cNvSpPr>
          <p:nvPr/>
        </p:nvSpPr>
        <p:spPr bwMode="auto">
          <a:xfrm>
            <a:off x="3200400" y="1292134"/>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9" name="Rectangle 2"/>
          <p:cNvSpPr>
            <a:spLocks noChangeArrowheads="1"/>
          </p:cNvSpPr>
          <p:nvPr/>
        </p:nvSpPr>
        <p:spPr bwMode="auto">
          <a:xfrm>
            <a:off x="3017520" y="1292134"/>
            <a:ext cx="15217244"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dirty="0"/>
          </a:p>
        </p:txBody>
      </p:sp>
      <p:sp>
        <p:nvSpPr>
          <p:cNvPr id="10" name="Rectangle 2"/>
          <p:cNvSpPr>
            <a:spLocks noChangeArrowheads="1"/>
          </p:cNvSpPr>
          <p:nvPr/>
        </p:nvSpPr>
        <p:spPr bwMode="auto">
          <a:xfrm>
            <a:off x="3513908" y="1174569"/>
            <a:ext cx="1501429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dirty="0"/>
          </a:p>
        </p:txBody>
      </p:sp>
      <p:sp>
        <p:nvSpPr>
          <p:cNvPr id="11" name="Rectangle 2"/>
          <p:cNvSpPr>
            <a:spLocks noChangeArrowheads="1"/>
          </p:cNvSpPr>
          <p:nvPr/>
        </p:nvSpPr>
        <p:spPr bwMode="auto">
          <a:xfrm>
            <a:off x="2769326" y="1409698"/>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12" name="Rectangle 2"/>
          <p:cNvSpPr>
            <a:spLocks noChangeArrowheads="1"/>
          </p:cNvSpPr>
          <p:nvPr/>
        </p:nvSpPr>
        <p:spPr bwMode="auto">
          <a:xfrm>
            <a:off x="3200400" y="130410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13" name="Rectangle 2"/>
          <p:cNvSpPr>
            <a:spLocks noChangeArrowheads="1"/>
          </p:cNvSpPr>
          <p:nvPr/>
        </p:nvSpPr>
        <p:spPr bwMode="auto">
          <a:xfrm>
            <a:off x="3294527" y="1553395"/>
            <a:ext cx="14911695"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dirty="0"/>
          </a:p>
        </p:txBody>
      </p:sp>
      <p:sp>
        <p:nvSpPr>
          <p:cNvPr id="14" name="Rectangle 4"/>
          <p:cNvSpPr>
            <a:spLocks noChangeArrowheads="1"/>
          </p:cNvSpPr>
          <p:nvPr/>
        </p:nvSpPr>
        <p:spPr bwMode="auto">
          <a:xfrm>
            <a:off x="3017520" y="1527262"/>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15" name="Rectangle 2"/>
          <p:cNvSpPr>
            <a:spLocks noChangeArrowheads="1"/>
          </p:cNvSpPr>
          <p:nvPr/>
        </p:nvSpPr>
        <p:spPr bwMode="auto">
          <a:xfrm>
            <a:off x="4362994" y="1644824"/>
            <a:ext cx="17182763"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dirty="0"/>
          </a:p>
        </p:txBody>
      </p:sp>
      <p:pic>
        <p:nvPicPr>
          <p:cNvPr id="38914" name="Picture 2">
            <a:extLst>
              <a:ext uri="{FF2B5EF4-FFF2-40B4-BE49-F238E27FC236}">
                <a16:creationId xmlns:a16="http://schemas.microsoft.com/office/drawing/2014/main" id="{1DCED32A-B0D6-4B0F-A45B-D3061852D5F8}"/>
              </a:ext>
            </a:extLst>
          </p:cNvPr>
          <p:cNvPicPr>
            <a:picLocks noChangeAspect="1" noChangeArrowheads="1"/>
          </p:cNvPicPr>
          <p:nvPr/>
        </p:nvPicPr>
        <p:blipFill>
          <a:blip r:embed="rId2"/>
          <a:srcRect/>
          <a:stretch/>
        </p:blipFill>
        <p:spPr bwMode="auto">
          <a:xfrm>
            <a:off x="1657711" y="1574710"/>
            <a:ext cx="8615320" cy="37728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1677002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0628" y="169818"/>
            <a:ext cx="12192000" cy="625926"/>
          </a:xfrm>
        </p:spPr>
        <p:txBody>
          <a:bodyPr>
            <a:normAutofit fontScale="90000"/>
          </a:bodyPr>
          <a:lstStyle/>
          <a:p>
            <a:pPr>
              <a:lnSpc>
                <a:spcPct val="150000"/>
              </a:lnSpc>
            </a:pPr>
            <a:r>
              <a:rPr lang="en-US" cap="none" dirty="0">
                <a:latin typeface="Cambria" panose="02040503050406030204" pitchFamily="18" charset="0"/>
                <a:ea typeface="Cambria" panose="02040503050406030204" pitchFamily="18" charset="0"/>
              </a:rPr>
              <a:t>User Interface</a:t>
            </a:r>
          </a:p>
        </p:txBody>
      </p:sp>
      <p:sp>
        <p:nvSpPr>
          <p:cNvPr id="3" name="Rectangle 2"/>
          <p:cNvSpPr>
            <a:spLocks noChangeArrowheads="1"/>
          </p:cNvSpPr>
          <p:nvPr/>
        </p:nvSpPr>
        <p:spPr bwMode="auto">
          <a:xfrm>
            <a:off x="3017520" y="14097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6" name="Title 1"/>
          <p:cNvSpPr txBox="1">
            <a:spLocks/>
          </p:cNvSpPr>
          <p:nvPr/>
        </p:nvSpPr>
        <p:spPr>
          <a:xfrm>
            <a:off x="-130628" y="666208"/>
            <a:ext cx="12192000" cy="625926"/>
          </a:xfrm>
          <a:prstGeom prst="rect">
            <a:avLst/>
          </a:prstGeom>
        </p:spPr>
        <p:txBody>
          <a:bodyPr vert="horz" lIns="91440" tIns="45720" rIns="91440" bIns="45720" rtlCol="0" anchor="b">
            <a:normAutofit fontScale="52500" lnSpcReduction="20000"/>
          </a:bodyPr>
          <a:lstStyle>
            <a:lvl1pPr algn="ctr" defTabSz="914400" rtl="0" eaLnBrk="1" latinLnBrk="0" hangingPunct="1">
              <a:lnSpc>
                <a:spcPct val="90000"/>
              </a:lnSpc>
              <a:spcBef>
                <a:spcPct val="0"/>
              </a:spcBef>
              <a:buNone/>
              <a:defRPr sz="4800" kern="1200" cap="all" baseline="0">
                <a:solidFill>
                  <a:schemeClr val="tx1"/>
                </a:solidFill>
                <a:effectLst/>
                <a:latin typeface="+mj-lt"/>
                <a:ea typeface="+mj-ea"/>
                <a:cs typeface="+mj-cs"/>
              </a:defRPr>
            </a:lvl1pPr>
          </a:lstStyle>
          <a:p>
            <a:pPr>
              <a:lnSpc>
                <a:spcPct val="150000"/>
              </a:lnSpc>
            </a:pPr>
            <a:r>
              <a:rPr lang="en-US" cap="none" dirty="0">
                <a:latin typeface="Cambria" panose="02040503050406030204" pitchFamily="18" charset="0"/>
                <a:ea typeface="Cambria" panose="02040503050406030204" pitchFamily="18" charset="0"/>
              </a:rPr>
              <a:t>Generate Report</a:t>
            </a:r>
          </a:p>
        </p:txBody>
      </p:sp>
      <p:sp>
        <p:nvSpPr>
          <p:cNvPr id="5" name="Rectangle 2"/>
          <p:cNvSpPr>
            <a:spLocks noChangeArrowheads="1"/>
          </p:cNvSpPr>
          <p:nvPr/>
        </p:nvSpPr>
        <p:spPr bwMode="auto">
          <a:xfrm>
            <a:off x="3017520" y="14097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4" name="Rectangle 2"/>
          <p:cNvSpPr>
            <a:spLocks noChangeArrowheads="1"/>
          </p:cNvSpPr>
          <p:nvPr/>
        </p:nvSpPr>
        <p:spPr bwMode="auto">
          <a:xfrm>
            <a:off x="2769326" y="14097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7" name="Rectangle 2"/>
          <p:cNvSpPr>
            <a:spLocks noChangeArrowheads="1"/>
          </p:cNvSpPr>
          <p:nvPr/>
        </p:nvSpPr>
        <p:spPr bwMode="auto">
          <a:xfrm>
            <a:off x="3294528" y="1409700"/>
            <a:ext cx="15377827"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dirty="0"/>
          </a:p>
        </p:txBody>
      </p:sp>
      <p:sp>
        <p:nvSpPr>
          <p:cNvPr id="8" name="Rectangle 2"/>
          <p:cNvSpPr>
            <a:spLocks noChangeArrowheads="1"/>
          </p:cNvSpPr>
          <p:nvPr/>
        </p:nvSpPr>
        <p:spPr bwMode="auto">
          <a:xfrm>
            <a:off x="3200400" y="1292134"/>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9" name="Rectangle 2"/>
          <p:cNvSpPr>
            <a:spLocks noChangeArrowheads="1"/>
          </p:cNvSpPr>
          <p:nvPr/>
        </p:nvSpPr>
        <p:spPr bwMode="auto">
          <a:xfrm>
            <a:off x="3017520" y="1292134"/>
            <a:ext cx="15217244"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dirty="0"/>
          </a:p>
        </p:txBody>
      </p:sp>
      <p:sp>
        <p:nvSpPr>
          <p:cNvPr id="10" name="Rectangle 2"/>
          <p:cNvSpPr>
            <a:spLocks noChangeArrowheads="1"/>
          </p:cNvSpPr>
          <p:nvPr/>
        </p:nvSpPr>
        <p:spPr bwMode="auto">
          <a:xfrm>
            <a:off x="3513908" y="1174569"/>
            <a:ext cx="1501429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dirty="0"/>
          </a:p>
        </p:txBody>
      </p:sp>
      <p:sp>
        <p:nvSpPr>
          <p:cNvPr id="11" name="Rectangle 2"/>
          <p:cNvSpPr>
            <a:spLocks noChangeArrowheads="1"/>
          </p:cNvSpPr>
          <p:nvPr/>
        </p:nvSpPr>
        <p:spPr bwMode="auto">
          <a:xfrm>
            <a:off x="2769326" y="1409698"/>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12" name="Rectangle 2"/>
          <p:cNvSpPr>
            <a:spLocks noChangeArrowheads="1"/>
          </p:cNvSpPr>
          <p:nvPr/>
        </p:nvSpPr>
        <p:spPr bwMode="auto">
          <a:xfrm>
            <a:off x="3200400" y="130410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13" name="Rectangle 2"/>
          <p:cNvSpPr>
            <a:spLocks noChangeArrowheads="1"/>
          </p:cNvSpPr>
          <p:nvPr/>
        </p:nvSpPr>
        <p:spPr bwMode="auto">
          <a:xfrm>
            <a:off x="3294527" y="1553395"/>
            <a:ext cx="14911695"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dirty="0"/>
          </a:p>
        </p:txBody>
      </p:sp>
      <p:sp>
        <p:nvSpPr>
          <p:cNvPr id="14" name="Rectangle 4"/>
          <p:cNvSpPr>
            <a:spLocks noChangeArrowheads="1"/>
          </p:cNvSpPr>
          <p:nvPr/>
        </p:nvSpPr>
        <p:spPr bwMode="auto">
          <a:xfrm>
            <a:off x="3017520" y="1527262"/>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15" name="Rectangle 2"/>
          <p:cNvSpPr>
            <a:spLocks noChangeArrowheads="1"/>
          </p:cNvSpPr>
          <p:nvPr/>
        </p:nvSpPr>
        <p:spPr bwMode="auto">
          <a:xfrm>
            <a:off x="4362994" y="1644824"/>
            <a:ext cx="17182763"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dirty="0"/>
          </a:p>
        </p:txBody>
      </p:sp>
      <p:pic>
        <p:nvPicPr>
          <p:cNvPr id="38914" name="Picture 2">
            <a:extLst>
              <a:ext uri="{FF2B5EF4-FFF2-40B4-BE49-F238E27FC236}">
                <a16:creationId xmlns:a16="http://schemas.microsoft.com/office/drawing/2014/main" id="{1DCED32A-B0D6-4B0F-A45B-D3061852D5F8}"/>
              </a:ext>
            </a:extLst>
          </p:cNvPr>
          <p:cNvPicPr>
            <a:picLocks noChangeAspect="1" noChangeArrowheads="1"/>
          </p:cNvPicPr>
          <p:nvPr/>
        </p:nvPicPr>
        <p:blipFill>
          <a:blip r:embed="rId2"/>
          <a:srcRect/>
          <a:stretch/>
        </p:blipFill>
        <p:spPr bwMode="auto">
          <a:xfrm>
            <a:off x="1657711" y="1577511"/>
            <a:ext cx="8615320" cy="3767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6261326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04505"/>
            <a:ext cx="12192000" cy="914400"/>
          </a:xfrm>
        </p:spPr>
        <p:txBody>
          <a:bodyPr>
            <a:normAutofit fontScale="90000"/>
          </a:bodyPr>
          <a:lstStyle/>
          <a:p>
            <a:pPr>
              <a:lnSpc>
                <a:spcPct val="150000"/>
              </a:lnSpc>
            </a:pPr>
            <a:r>
              <a:rPr lang="en-US" cap="none" dirty="0">
                <a:latin typeface="Cambria" panose="02040503050406030204" pitchFamily="18" charset="0"/>
                <a:ea typeface="Cambria" panose="02040503050406030204" pitchFamily="18" charset="0"/>
              </a:rPr>
              <a:t>Tools &amp; Technology</a:t>
            </a:r>
          </a:p>
        </p:txBody>
      </p:sp>
      <p:sp>
        <p:nvSpPr>
          <p:cNvPr id="3" name="Title 1"/>
          <p:cNvSpPr txBox="1">
            <a:spLocks/>
          </p:cNvSpPr>
          <p:nvPr/>
        </p:nvSpPr>
        <p:spPr>
          <a:xfrm>
            <a:off x="2164079" y="2116185"/>
            <a:ext cx="4497978" cy="1841862"/>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4800" kern="1200" cap="all" baseline="0">
                <a:solidFill>
                  <a:schemeClr val="tx1"/>
                </a:solidFill>
                <a:effectLst/>
                <a:latin typeface="+mj-lt"/>
                <a:ea typeface="+mj-ea"/>
                <a:cs typeface="+mj-cs"/>
              </a:defRPr>
            </a:lvl1pPr>
          </a:lstStyle>
          <a:p>
            <a:pPr algn="just">
              <a:lnSpc>
                <a:spcPct val="100000"/>
              </a:lnSpc>
            </a:pPr>
            <a:r>
              <a:rPr lang="en-US" sz="2000" b="1" cap="none" dirty="0">
                <a:latin typeface="Cambria" panose="02040503050406030204" pitchFamily="18" charset="0"/>
                <a:ea typeface="Cambria" panose="02040503050406030204" pitchFamily="18" charset="0"/>
              </a:rPr>
              <a:t>Tools:</a:t>
            </a:r>
            <a:endParaRPr lang="en-US" sz="2000" cap="none" dirty="0">
              <a:latin typeface="Cambria" panose="02040503050406030204" pitchFamily="18" charset="0"/>
              <a:ea typeface="Cambria" panose="02040503050406030204" pitchFamily="18" charset="0"/>
            </a:endParaRPr>
          </a:p>
          <a:p>
            <a:pPr marL="342900" lvl="0" indent="-342900" algn="just">
              <a:lnSpc>
                <a:spcPct val="100000"/>
              </a:lnSpc>
              <a:buFont typeface="Arial" panose="020B0604020202020204" pitchFamily="34" charset="0"/>
              <a:buChar char="•"/>
            </a:pPr>
            <a:r>
              <a:rPr lang="en-US" sz="2000" cap="none" dirty="0">
                <a:latin typeface="Cambria" panose="02040503050406030204" pitchFamily="18" charset="0"/>
                <a:ea typeface="Cambria" panose="02040503050406030204" pitchFamily="18" charset="0"/>
              </a:rPr>
              <a:t>Notepad</a:t>
            </a:r>
          </a:p>
          <a:p>
            <a:pPr marL="342900" lvl="0" indent="-342900" algn="just">
              <a:lnSpc>
                <a:spcPct val="100000"/>
              </a:lnSpc>
              <a:buFont typeface="Arial" panose="020B0604020202020204" pitchFamily="34" charset="0"/>
              <a:buChar char="•"/>
            </a:pPr>
            <a:r>
              <a:rPr lang="en-US" sz="2000" cap="none" dirty="0">
                <a:latin typeface="Cambria" panose="02040503050406030204" pitchFamily="18" charset="0"/>
                <a:ea typeface="Cambria" panose="02040503050406030204" pitchFamily="18" charset="0"/>
              </a:rPr>
              <a:t>Notepad++</a:t>
            </a:r>
          </a:p>
          <a:p>
            <a:pPr marL="342900" lvl="0" indent="-342900" algn="just">
              <a:lnSpc>
                <a:spcPct val="100000"/>
              </a:lnSpc>
              <a:buFont typeface="Arial" panose="020B0604020202020204" pitchFamily="34" charset="0"/>
              <a:buChar char="•"/>
            </a:pPr>
            <a:r>
              <a:rPr lang="en-US" sz="2000" cap="none" dirty="0">
                <a:latin typeface="Cambria" panose="02040503050406030204" pitchFamily="18" charset="0"/>
                <a:ea typeface="Cambria" panose="02040503050406030204" pitchFamily="18" charset="0"/>
              </a:rPr>
              <a:t>Adobe DreamWeaver</a:t>
            </a:r>
          </a:p>
          <a:p>
            <a:pPr marL="342900" lvl="0" indent="-342900" algn="just">
              <a:lnSpc>
                <a:spcPct val="100000"/>
              </a:lnSpc>
              <a:buFont typeface="Arial" panose="020B0604020202020204" pitchFamily="34" charset="0"/>
              <a:buChar char="•"/>
            </a:pPr>
            <a:r>
              <a:rPr lang="en-US" sz="2000" cap="none" dirty="0">
                <a:latin typeface="Cambria" panose="02040503050406030204" pitchFamily="18" charset="0"/>
                <a:ea typeface="Cambria" panose="02040503050406030204" pitchFamily="18" charset="0"/>
              </a:rPr>
              <a:t>Web Browser</a:t>
            </a:r>
          </a:p>
          <a:p>
            <a:pPr marL="342900" lvl="0" indent="-342900" algn="just">
              <a:lnSpc>
                <a:spcPct val="100000"/>
              </a:lnSpc>
              <a:buFont typeface="Arial" panose="020B0604020202020204" pitchFamily="34" charset="0"/>
              <a:buChar char="•"/>
            </a:pPr>
            <a:r>
              <a:rPr lang="en-US" sz="2000" cap="none" dirty="0">
                <a:latin typeface="Cambria" panose="02040503050406030204" pitchFamily="18" charset="0"/>
                <a:ea typeface="Cambria" panose="02040503050406030204" pitchFamily="18" charset="0"/>
              </a:rPr>
              <a:t>Xampp Server</a:t>
            </a:r>
          </a:p>
        </p:txBody>
      </p:sp>
      <p:sp>
        <p:nvSpPr>
          <p:cNvPr id="4" name="Title 1"/>
          <p:cNvSpPr txBox="1">
            <a:spLocks/>
          </p:cNvSpPr>
          <p:nvPr/>
        </p:nvSpPr>
        <p:spPr>
          <a:xfrm>
            <a:off x="6662057" y="1939836"/>
            <a:ext cx="3918857" cy="2194559"/>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4800" kern="1200" cap="all" baseline="0">
                <a:solidFill>
                  <a:schemeClr val="tx1"/>
                </a:solidFill>
                <a:effectLst/>
                <a:latin typeface="+mj-lt"/>
                <a:ea typeface="+mj-ea"/>
                <a:cs typeface="+mj-cs"/>
              </a:defRPr>
            </a:lvl1pPr>
          </a:lstStyle>
          <a:p>
            <a:pPr algn="l">
              <a:lnSpc>
                <a:spcPct val="100000"/>
              </a:lnSpc>
            </a:pPr>
            <a:r>
              <a:rPr lang="en-US" sz="2000" b="1" cap="none" dirty="0">
                <a:latin typeface="Cambria" panose="02040503050406030204" pitchFamily="18" charset="0"/>
                <a:ea typeface="Cambria" panose="02040503050406030204" pitchFamily="18" charset="0"/>
              </a:rPr>
              <a:t>Technologies:</a:t>
            </a:r>
            <a:endParaRPr lang="en-US" sz="2000" cap="none" dirty="0">
              <a:latin typeface="Cambria" panose="02040503050406030204" pitchFamily="18" charset="0"/>
              <a:ea typeface="Cambria" panose="02040503050406030204" pitchFamily="18" charset="0"/>
            </a:endParaRPr>
          </a:p>
          <a:p>
            <a:pPr marL="342900" lvl="0" indent="-342900" algn="l">
              <a:lnSpc>
                <a:spcPct val="100000"/>
              </a:lnSpc>
              <a:buFont typeface="Arial" panose="020B0604020202020204" pitchFamily="34" charset="0"/>
              <a:buChar char="•"/>
            </a:pPr>
            <a:r>
              <a:rPr lang="en-US" sz="2000" cap="none" dirty="0">
                <a:latin typeface="Cambria" panose="02040503050406030204" pitchFamily="18" charset="0"/>
                <a:ea typeface="Cambria" panose="02040503050406030204" pitchFamily="18" charset="0"/>
              </a:rPr>
              <a:t>HTML</a:t>
            </a:r>
          </a:p>
          <a:p>
            <a:pPr marL="342900" lvl="0" indent="-342900" algn="l">
              <a:lnSpc>
                <a:spcPct val="100000"/>
              </a:lnSpc>
              <a:buFont typeface="Arial" panose="020B0604020202020204" pitchFamily="34" charset="0"/>
              <a:buChar char="•"/>
            </a:pPr>
            <a:r>
              <a:rPr lang="en-US" sz="2000" cap="none" dirty="0">
                <a:latin typeface="Cambria" panose="02040503050406030204" pitchFamily="18" charset="0"/>
                <a:ea typeface="Cambria" panose="02040503050406030204" pitchFamily="18" charset="0"/>
              </a:rPr>
              <a:t>CSS</a:t>
            </a:r>
          </a:p>
          <a:p>
            <a:pPr marL="342900" lvl="0" indent="-342900" algn="l">
              <a:lnSpc>
                <a:spcPct val="100000"/>
              </a:lnSpc>
              <a:buFont typeface="Arial" panose="020B0604020202020204" pitchFamily="34" charset="0"/>
              <a:buChar char="•"/>
            </a:pPr>
            <a:r>
              <a:rPr lang="en-US" sz="2000" cap="none" dirty="0">
                <a:latin typeface="Cambria" panose="02040503050406030204" pitchFamily="18" charset="0"/>
                <a:ea typeface="Cambria" panose="02040503050406030204" pitchFamily="18" charset="0"/>
              </a:rPr>
              <a:t>Bootstrap</a:t>
            </a:r>
          </a:p>
          <a:p>
            <a:pPr marL="342900" lvl="0" indent="-342900" algn="l">
              <a:lnSpc>
                <a:spcPct val="100000"/>
              </a:lnSpc>
              <a:buFont typeface="Arial" panose="020B0604020202020204" pitchFamily="34" charset="0"/>
              <a:buChar char="•"/>
            </a:pPr>
            <a:r>
              <a:rPr lang="en-US" sz="2000" cap="none" dirty="0">
                <a:latin typeface="Cambria" panose="02040503050406030204" pitchFamily="18" charset="0"/>
                <a:ea typeface="Cambria" panose="02040503050406030204" pitchFamily="18" charset="0"/>
              </a:rPr>
              <a:t>JavaScript</a:t>
            </a:r>
          </a:p>
          <a:p>
            <a:pPr marL="342900" lvl="0" indent="-342900" algn="l">
              <a:lnSpc>
                <a:spcPct val="100000"/>
              </a:lnSpc>
              <a:buFont typeface="Arial" panose="020B0604020202020204" pitchFamily="34" charset="0"/>
              <a:buChar char="•"/>
            </a:pPr>
            <a:r>
              <a:rPr lang="en-US" sz="2000" cap="none" dirty="0">
                <a:latin typeface="Cambria" panose="02040503050406030204" pitchFamily="18" charset="0"/>
                <a:ea typeface="Cambria" panose="02040503050406030204" pitchFamily="18" charset="0"/>
              </a:rPr>
              <a:t>PHP</a:t>
            </a:r>
          </a:p>
          <a:p>
            <a:pPr marL="342900" lvl="0" indent="-342900" algn="l">
              <a:lnSpc>
                <a:spcPct val="100000"/>
              </a:lnSpc>
              <a:buFont typeface="Arial" panose="020B0604020202020204" pitchFamily="34" charset="0"/>
              <a:buChar char="•"/>
            </a:pPr>
            <a:r>
              <a:rPr lang="en-US" sz="2000" cap="none" dirty="0">
                <a:latin typeface="Cambria" panose="02040503050406030204" pitchFamily="18" charset="0"/>
                <a:ea typeface="Cambria" panose="02040503050406030204" pitchFamily="18" charset="0"/>
              </a:rPr>
              <a:t>MySQL</a:t>
            </a:r>
          </a:p>
        </p:txBody>
      </p:sp>
    </p:spTree>
    <p:extLst>
      <p:ext uri="{BB962C8B-B14F-4D97-AF65-F5344CB8AC3E}">
        <p14:creationId xmlns:p14="http://schemas.microsoft.com/office/powerpoint/2010/main" val="3453668122"/>
      </p:ext>
    </p:extLst>
  </p:cSld>
  <p:clrMapOvr>
    <a:masterClrMapping/>
  </p:clrMapOvr>
</p:sld>
</file>

<file path=ppt/theme/theme1.xml><?xml version="1.0" encoding="utf-8"?>
<a:theme xmlns:a="http://schemas.openxmlformats.org/drawingml/2006/main" name="Droplet">
  <a:themeElements>
    <a:clrScheme name="Droplet">
      <a:dk1>
        <a:sysClr val="windowText" lastClr="000000"/>
      </a:dk1>
      <a:lt1>
        <a:sysClr val="window" lastClr="FFFFFF"/>
      </a:lt1>
      <a:dk2>
        <a:srgbClr val="355071"/>
      </a:dk2>
      <a:lt2>
        <a:srgbClr val="AABED7"/>
      </a:lt2>
      <a:accent1>
        <a:srgbClr val="2FA3EE"/>
      </a:accent1>
      <a:accent2>
        <a:srgbClr val="4BCAAD"/>
      </a:accent2>
      <a:accent3>
        <a:srgbClr val="86C157"/>
      </a:accent3>
      <a:accent4>
        <a:srgbClr val="D99C3F"/>
      </a:accent4>
      <a:accent5>
        <a:srgbClr val="CE6633"/>
      </a:accent5>
      <a:accent6>
        <a:srgbClr val="A35DD1"/>
      </a:accent6>
      <a:hlink>
        <a:srgbClr val="56BCFE"/>
      </a:hlink>
      <a:folHlink>
        <a:srgbClr val="97C5E3"/>
      </a:folHlink>
    </a:clrScheme>
    <a:fontScheme name="Drople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roplet">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130000"/>
                <a:satMod val="150000"/>
                <a:lumMod val="112000"/>
              </a:schemeClr>
            </a:gs>
            <a:gs pos="100000">
              <a:schemeClr val="phClr">
                <a:shade val="92000"/>
                <a:satMod val="140000"/>
                <a:lumMod val="110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A633B6A3-9E7F-4C10-9C98-2517A3134361}"/>
    </a:ext>
  </a:extLst>
</a:theme>
</file>

<file path=docProps/app.xml><?xml version="1.0" encoding="utf-8"?>
<Properties xmlns="http://schemas.openxmlformats.org/officeDocument/2006/extended-properties" xmlns:vt="http://schemas.openxmlformats.org/officeDocument/2006/docPropsVTypes">
  <Template>TM03457496[[fn=Parallax]]</Template>
  <TotalTime>230</TotalTime>
  <Words>417</Words>
  <Application>Microsoft Office PowerPoint</Application>
  <PresentationFormat>Widescreen</PresentationFormat>
  <Paragraphs>107</Paragraphs>
  <Slides>42</Slides>
  <Notes>0</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42</vt:i4>
      </vt:variant>
    </vt:vector>
  </HeadingPairs>
  <TitlesOfParts>
    <vt:vector size="49" baseType="lpstr">
      <vt:lpstr>Arial</vt:lpstr>
      <vt:lpstr>Cambria</vt:lpstr>
      <vt:lpstr>Symbol</vt:lpstr>
      <vt:lpstr>Times New Roman</vt:lpstr>
      <vt:lpstr>Tw Cen MT</vt:lpstr>
      <vt:lpstr>Droplet</vt:lpstr>
      <vt:lpstr>Visio</vt:lpstr>
      <vt:lpstr>PowerPoint Presentation</vt:lpstr>
      <vt:lpstr>CarWash</vt:lpstr>
      <vt:lpstr>Group Member Introduction</vt:lpstr>
      <vt:lpstr>Introduction of Project</vt:lpstr>
      <vt:lpstr>VU Process Model Diagram</vt:lpstr>
      <vt:lpstr>Use Case Diagram</vt:lpstr>
      <vt:lpstr>Business Rule Catalog</vt:lpstr>
      <vt:lpstr>Architecture Diagram</vt:lpstr>
      <vt:lpstr>Project Schedule</vt:lpstr>
      <vt:lpstr>Sequence Diagram</vt:lpstr>
      <vt:lpstr>Sequence Diagram</vt:lpstr>
      <vt:lpstr>Sequence Diagram</vt:lpstr>
      <vt:lpstr>Sequence Diagram</vt:lpstr>
      <vt:lpstr>Sequence Diagram</vt:lpstr>
      <vt:lpstr>Sequence Diagram</vt:lpstr>
      <vt:lpstr>Sequence Diagram</vt:lpstr>
      <vt:lpstr>Sequence Diagram</vt:lpstr>
      <vt:lpstr>Sequence Diagram</vt:lpstr>
      <vt:lpstr>Sequence Diagram</vt:lpstr>
      <vt:lpstr>Sequence Diagram</vt:lpstr>
      <vt:lpstr>Sequence Diagram</vt:lpstr>
      <vt:lpstr>Sequence Diagram</vt:lpstr>
      <vt:lpstr>Logical Model/ Class Diagram</vt:lpstr>
      <vt:lpstr>Entity Relationship Diagram</vt:lpstr>
      <vt:lpstr>Database Diagram</vt:lpstr>
      <vt:lpstr>User Interface</vt:lpstr>
      <vt:lpstr>User Interface</vt:lpstr>
      <vt:lpstr>User Interface</vt:lpstr>
      <vt:lpstr>User Interface</vt:lpstr>
      <vt:lpstr>User Interface</vt:lpstr>
      <vt:lpstr>User Interface</vt:lpstr>
      <vt:lpstr>User Interface</vt:lpstr>
      <vt:lpstr>User Interface</vt:lpstr>
      <vt:lpstr>User Interface</vt:lpstr>
      <vt:lpstr>User Interface</vt:lpstr>
      <vt:lpstr>User Interface</vt:lpstr>
      <vt:lpstr>User Interface</vt:lpstr>
      <vt:lpstr>User Interface</vt:lpstr>
      <vt:lpstr>User Interface</vt:lpstr>
      <vt:lpstr>User Interface</vt:lpstr>
      <vt:lpstr>User Interface</vt:lpstr>
      <vt:lpstr>Tools &amp; Technology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Shakeel Ahmad</dc:creator>
  <cp:lastModifiedBy>Moorche</cp:lastModifiedBy>
  <cp:revision>39</cp:revision>
  <dcterms:created xsi:type="dcterms:W3CDTF">2022-04-01T10:00:32Z</dcterms:created>
  <dcterms:modified xsi:type="dcterms:W3CDTF">2025-06-05T03:40:11Z</dcterms:modified>
</cp:coreProperties>
</file>